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handoutMasterIdLst>
    <p:handoutMasterId r:id="rId36"/>
  </p:handoutMasterIdLst>
  <p:sldIdLst>
    <p:sldId id="277" r:id="rId2"/>
    <p:sldId id="280" r:id="rId3"/>
    <p:sldId id="282" r:id="rId4"/>
    <p:sldId id="278" r:id="rId5"/>
    <p:sldId id="279" r:id="rId6"/>
    <p:sldId id="292" r:id="rId7"/>
    <p:sldId id="284" r:id="rId8"/>
    <p:sldId id="283" r:id="rId9"/>
    <p:sldId id="285" r:id="rId10"/>
    <p:sldId id="286" r:id="rId11"/>
    <p:sldId id="287" r:id="rId12"/>
    <p:sldId id="288" r:id="rId13"/>
    <p:sldId id="289" r:id="rId14"/>
    <p:sldId id="290" r:id="rId15"/>
    <p:sldId id="291" r:id="rId16"/>
    <p:sldId id="293" r:id="rId17"/>
    <p:sldId id="294" r:id="rId18"/>
    <p:sldId id="295" r:id="rId19"/>
    <p:sldId id="297" r:id="rId20"/>
    <p:sldId id="298" r:id="rId21"/>
    <p:sldId id="299" r:id="rId22"/>
    <p:sldId id="300" r:id="rId23"/>
    <p:sldId id="301" r:id="rId24"/>
    <p:sldId id="302" r:id="rId25"/>
    <p:sldId id="303" r:id="rId26"/>
    <p:sldId id="305" r:id="rId27"/>
    <p:sldId id="306" r:id="rId28"/>
    <p:sldId id="307" r:id="rId29"/>
    <p:sldId id="296" r:id="rId30"/>
    <p:sldId id="275" r:id="rId31"/>
    <p:sldId id="271" r:id="rId32"/>
    <p:sldId id="308" r:id="rId33"/>
    <p:sldId id="270" r:id="rId34"/>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資料" id="{261209BE-1F97-4058-884E-84826EAB6EF8}">
          <p14:sldIdLst>
            <p14:sldId id="277"/>
            <p14:sldId id="280"/>
            <p14:sldId id="282"/>
            <p14:sldId id="278"/>
            <p14:sldId id="279"/>
            <p14:sldId id="292"/>
            <p14:sldId id="284"/>
            <p14:sldId id="283"/>
            <p14:sldId id="285"/>
            <p14:sldId id="286"/>
            <p14:sldId id="287"/>
            <p14:sldId id="288"/>
            <p14:sldId id="289"/>
            <p14:sldId id="290"/>
            <p14:sldId id="291"/>
            <p14:sldId id="293"/>
            <p14:sldId id="294"/>
            <p14:sldId id="295"/>
            <p14:sldId id="297"/>
            <p14:sldId id="298"/>
            <p14:sldId id="299"/>
            <p14:sldId id="300"/>
            <p14:sldId id="301"/>
            <p14:sldId id="302"/>
            <p14:sldId id="303"/>
            <p14:sldId id="305"/>
            <p14:sldId id="306"/>
            <p14:sldId id="307"/>
            <p14:sldId id="296"/>
          </p14:sldIdLst>
        </p14:section>
        <p14:section name="付録" id="{7390B58B-ADF6-4009-814D-C485611FB613}">
          <p14:sldIdLst>
            <p14:sldId id="275"/>
            <p14:sldId id="271"/>
            <p14:sldId id="308"/>
            <p14:sldId id="270"/>
          </p14:sldIdLst>
        </p14:section>
      </p14:sectionLst>
    </p:ext>
    <p:ext uri="{EFAFB233-063F-42B5-8137-9DF3F51BA10A}">
      <p15:sldGuideLst xmlns:p15="http://schemas.microsoft.com/office/powerpoint/2012/main">
        <p15:guide id="1" orient="horz" pos="2160" userDrawn="1">
          <p15:clr>
            <a:srgbClr val="A4A3A4"/>
          </p15:clr>
        </p15:guide>
        <p15:guide id="2" pos="274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9D4FE"/>
    <a:srgbClr val="FFFFFF"/>
    <a:srgbClr val="FFFFCC"/>
    <a:srgbClr val="EFECE3"/>
    <a:srgbClr val="000000"/>
    <a:srgbClr val="DD344C"/>
    <a:srgbClr val="29567B"/>
    <a:srgbClr val="C30F15"/>
    <a:srgbClr val="1D1B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63" autoAdjust="0"/>
    <p:restoredTop sz="92649" autoAdjust="0"/>
  </p:normalViewPr>
  <p:slideViewPr>
    <p:cSldViewPr snapToGrid="0">
      <p:cViewPr varScale="1">
        <p:scale>
          <a:sx n="158" d="100"/>
          <a:sy n="158" d="100"/>
        </p:scale>
        <p:origin x="1700" y="76"/>
      </p:cViewPr>
      <p:guideLst>
        <p:guide orient="horz" pos="2160"/>
        <p:guide pos="2744"/>
      </p:guideLst>
    </p:cSldViewPr>
  </p:slideViewPr>
  <p:notesTextViewPr>
    <p:cViewPr>
      <p:scale>
        <a:sx n="100" d="100"/>
        <a:sy n="100" d="100"/>
      </p:scale>
      <p:origin x="0" y="0"/>
    </p:cViewPr>
  </p:notesTextViewPr>
  <p:sorterViewPr>
    <p:cViewPr>
      <p:scale>
        <a:sx n="100" d="100"/>
        <a:sy n="100" d="100"/>
      </p:scale>
      <p:origin x="0" y="-126"/>
    </p:cViewPr>
  </p:sorterViewPr>
  <p:notesViewPr>
    <p:cSldViewPr snapToGrid="0" showGuides="1">
      <p:cViewPr varScale="1">
        <p:scale>
          <a:sx n="62" d="100"/>
          <a:sy n="62" d="100"/>
        </p:scale>
        <p:origin x="3154"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8B491498-C8EF-88E2-23F7-7D12052BC1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C0109C08-6CEB-573B-3589-056B98D0E96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45C5233-36FB-417F-A328-3199FE5AEA6D}" type="datetimeFigureOut">
              <a:rPr kumimoji="1" lang="ja-JP" altLang="en-US" smtClean="0"/>
              <a:t>2026/2/21</a:t>
            </a:fld>
            <a:endParaRPr kumimoji="1" lang="ja-JP" altLang="en-US"/>
          </a:p>
        </p:txBody>
      </p:sp>
      <p:sp>
        <p:nvSpPr>
          <p:cNvPr id="4" name="フッター プレースホルダー 3">
            <a:extLst>
              <a:ext uri="{FF2B5EF4-FFF2-40B4-BE49-F238E27FC236}">
                <a16:creationId xmlns:a16="http://schemas.microsoft.com/office/drawing/2014/main" id="{638A2CF2-7E1D-41C4-4145-00F8BCA84C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EDD8B5C-2B7E-D817-CE1C-212F48A9C8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A6BD77-E7C0-45C6-B1A9-2EDEB945E368}" type="slidenum">
              <a:rPr kumimoji="1" lang="ja-JP" altLang="en-US" smtClean="0"/>
              <a:t>‹#›</a:t>
            </a:fld>
            <a:endParaRPr kumimoji="1" lang="ja-JP" altLang="en-US"/>
          </a:p>
        </p:txBody>
      </p:sp>
    </p:spTree>
    <p:extLst>
      <p:ext uri="{BB962C8B-B14F-4D97-AF65-F5344CB8AC3E}">
        <p14:creationId xmlns:p14="http://schemas.microsoft.com/office/powerpoint/2010/main" val="206083279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575276-59B3-4FAF-B5D3-7CA69E1CA552}" type="datetimeFigureOut">
              <a:rPr kumimoji="1" lang="ja-JP" altLang="en-US" smtClean="0"/>
              <a:t>2026/2/21</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D28A4C-6EF5-4767-8676-BA9266CC8394}" type="slidenum">
              <a:rPr kumimoji="1" lang="ja-JP" altLang="en-US" smtClean="0"/>
              <a:t>‹#›</a:t>
            </a:fld>
            <a:endParaRPr kumimoji="1" lang="ja-JP" altLang="en-US"/>
          </a:p>
        </p:txBody>
      </p:sp>
    </p:spTree>
    <p:extLst>
      <p:ext uri="{BB962C8B-B14F-4D97-AF65-F5344CB8AC3E}">
        <p14:creationId xmlns:p14="http://schemas.microsoft.com/office/powerpoint/2010/main" val="184351999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p:cNvSpPr>
            <a:spLocks noGrp="1"/>
          </p:cNvSpPr>
          <p:nvPr>
            <p:ph type="sldNum" sz="quarter" idx="5"/>
          </p:nvPr>
        </p:nvSpPr>
        <p:spPr/>
        <p:txBody>
          <a:bodyPr/>
          <a:lstStyle/>
          <a:p>
            <a:fld id="{2ED28A4C-6EF5-4767-8676-BA9266CC8394}" type="slidenum">
              <a:rPr kumimoji="1" lang="ja-JP" altLang="en-US" smtClean="0"/>
              <a:t>18</a:t>
            </a:fld>
            <a:endParaRPr kumimoji="1" lang="ja-JP" altLang="en-US"/>
          </a:p>
        </p:txBody>
      </p:sp>
    </p:spTree>
    <p:extLst>
      <p:ext uri="{BB962C8B-B14F-4D97-AF65-F5344CB8AC3E}">
        <p14:creationId xmlns:p14="http://schemas.microsoft.com/office/powerpoint/2010/main" val="4256802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68BCF-C836-0E26-FE1D-972B9099518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CBAD5-A5E1-C293-1D8D-D67D9691D55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E04D81-0602-73A9-7EDB-44CCB161EB1C}"/>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0F082FEE-7D5E-4742-2880-3A068E2798D5}"/>
              </a:ext>
            </a:extLst>
          </p:cNvPr>
          <p:cNvSpPr>
            <a:spLocks noGrp="1"/>
          </p:cNvSpPr>
          <p:nvPr>
            <p:ph type="sldNum" sz="quarter" idx="5"/>
          </p:nvPr>
        </p:nvSpPr>
        <p:spPr/>
        <p:txBody>
          <a:bodyPr/>
          <a:lstStyle/>
          <a:p>
            <a:fld id="{2ED28A4C-6EF5-4767-8676-BA9266CC8394}" type="slidenum">
              <a:rPr kumimoji="1" lang="ja-JP" altLang="en-US" smtClean="0"/>
              <a:t>19</a:t>
            </a:fld>
            <a:endParaRPr kumimoji="1" lang="ja-JP" altLang="en-US"/>
          </a:p>
        </p:txBody>
      </p:sp>
    </p:spTree>
    <p:extLst>
      <p:ext uri="{BB962C8B-B14F-4D97-AF65-F5344CB8AC3E}">
        <p14:creationId xmlns:p14="http://schemas.microsoft.com/office/powerpoint/2010/main" val="4219853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D095B-6B19-6397-133E-BE508244D9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E912AEF-57FF-0FBE-8EBF-BAD2F9265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7DBA557-A607-FC97-F05D-1AF4CC212DF0}"/>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3C378F74-ABD0-0E1E-EB33-1E73EA145D38}"/>
              </a:ext>
            </a:extLst>
          </p:cNvPr>
          <p:cNvSpPr>
            <a:spLocks noGrp="1"/>
          </p:cNvSpPr>
          <p:nvPr>
            <p:ph type="sldNum" sz="quarter" idx="5"/>
          </p:nvPr>
        </p:nvSpPr>
        <p:spPr/>
        <p:txBody>
          <a:bodyPr/>
          <a:lstStyle/>
          <a:p>
            <a:fld id="{2ED28A4C-6EF5-4767-8676-BA9266CC8394}" type="slidenum">
              <a:rPr kumimoji="1" lang="ja-JP" altLang="en-US" smtClean="0"/>
              <a:t>20</a:t>
            </a:fld>
            <a:endParaRPr kumimoji="1" lang="ja-JP" altLang="en-US"/>
          </a:p>
        </p:txBody>
      </p:sp>
    </p:spTree>
    <p:extLst>
      <p:ext uri="{BB962C8B-B14F-4D97-AF65-F5344CB8AC3E}">
        <p14:creationId xmlns:p14="http://schemas.microsoft.com/office/powerpoint/2010/main" val="6566208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18CE8-B616-10FB-D39B-62CD7DC18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275EE8-8E61-FDFB-31E1-D1B6D3F14F8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0A19005-39CB-9C75-DA65-E19F59EFFCE8}"/>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0CA6F728-8C7A-0DF6-C66E-4EA37338F2D8}"/>
              </a:ext>
            </a:extLst>
          </p:cNvPr>
          <p:cNvSpPr>
            <a:spLocks noGrp="1"/>
          </p:cNvSpPr>
          <p:nvPr>
            <p:ph type="sldNum" sz="quarter" idx="5"/>
          </p:nvPr>
        </p:nvSpPr>
        <p:spPr/>
        <p:txBody>
          <a:bodyPr/>
          <a:lstStyle/>
          <a:p>
            <a:fld id="{2ED28A4C-6EF5-4767-8676-BA9266CC8394}" type="slidenum">
              <a:rPr kumimoji="1" lang="ja-JP" altLang="en-US" smtClean="0"/>
              <a:t>21</a:t>
            </a:fld>
            <a:endParaRPr kumimoji="1" lang="ja-JP" altLang="en-US"/>
          </a:p>
        </p:txBody>
      </p:sp>
    </p:spTree>
    <p:extLst>
      <p:ext uri="{BB962C8B-B14F-4D97-AF65-F5344CB8AC3E}">
        <p14:creationId xmlns:p14="http://schemas.microsoft.com/office/powerpoint/2010/main" val="3031616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052FC-7433-2F34-D51E-C6C8B009C3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22B5B2-FE00-5B3D-9541-31AA4CF191A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FD68861-B8F6-E26A-0414-9614446F5A56}"/>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2F76C879-1C81-B880-0BEA-D69C76DAC8AE}"/>
              </a:ext>
            </a:extLst>
          </p:cNvPr>
          <p:cNvSpPr>
            <a:spLocks noGrp="1"/>
          </p:cNvSpPr>
          <p:nvPr>
            <p:ph type="sldNum" sz="quarter" idx="5"/>
          </p:nvPr>
        </p:nvSpPr>
        <p:spPr/>
        <p:txBody>
          <a:bodyPr/>
          <a:lstStyle/>
          <a:p>
            <a:fld id="{2ED28A4C-6EF5-4767-8676-BA9266CC8394}" type="slidenum">
              <a:rPr kumimoji="1" lang="ja-JP" altLang="en-US" smtClean="0"/>
              <a:t>22</a:t>
            </a:fld>
            <a:endParaRPr kumimoji="1" lang="ja-JP" altLang="en-US"/>
          </a:p>
        </p:txBody>
      </p:sp>
    </p:spTree>
    <p:extLst>
      <p:ext uri="{BB962C8B-B14F-4D97-AF65-F5344CB8AC3E}">
        <p14:creationId xmlns:p14="http://schemas.microsoft.com/office/powerpoint/2010/main" val="2999894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99688-E1F4-BDC9-B71A-24C8E8C0C37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28C138-D1F5-F181-85DF-7BB30E34E9D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51C4B88-F9E7-853B-1839-CADB153BDB5A}"/>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D7132B2B-C184-D4DC-2285-8A000E2562CC}"/>
              </a:ext>
            </a:extLst>
          </p:cNvPr>
          <p:cNvSpPr>
            <a:spLocks noGrp="1"/>
          </p:cNvSpPr>
          <p:nvPr>
            <p:ph type="sldNum" sz="quarter" idx="5"/>
          </p:nvPr>
        </p:nvSpPr>
        <p:spPr/>
        <p:txBody>
          <a:bodyPr/>
          <a:lstStyle/>
          <a:p>
            <a:fld id="{2ED28A4C-6EF5-4767-8676-BA9266CC8394}" type="slidenum">
              <a:rPr kumimoji="1" lang="ja-JP" altLang="en-US" smtClean="0"/>
              <a:t>23</a:t>
            </a:fld>
            <a:endParaRPr kumimoji="1" lang="ja-JP" altLang="en-US"/>
          </a:p>
        </p:txBody>
      </p:sp>
    </p:spTree>
    <p:extLst>
      <p:ext uri="{BB962C8B-B14F-4D97-AF65-F5344CB8AC3E}">
        <p14:creationId xmlns:p14="http://schemas.microsoft.com/office/powerpoint/2010/main" val="2002245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80C0B-7B65-893A-29D0-D4A2F2FF192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F58DF91-0C9B-438A-EFCF-369166C6E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A44502-10A7-6F65-9A02-690F296E4B69}"/>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08DA8D46-D972-9376-4C54-DAD7C6762587}"/>
              </a:ext>
            </a:extLst>
          </p:cNvPr>
          <p:cNvSpPr>
            <a:spLocks noGrp="1"/>
          </p:cNvSpPr>
          <p:nvPr>
            <p:ph type="sldNum" sz="quarter" idx="5"/>
          </p:nvPr>
        </p:nvSpPr>
        <p:spPr/>
        <p:txBody>
          <a:bodyPr/>
          <a:lstStyle/>
          <a:p>
            <a:fld id="{2ED28A4C-6EF5-4767-8676-BA9266CC8394}" type="slidenum">
              <a:rPr kumimoji="1" lang="ja-JP" altLang="en-US" smtClean="0"/>
              <a:t>24</a:t>
            </a:fld>
            <a:endParaRPr kumimoji="1" lang="ja-JP" altLang="en-US"/>
          </a:p>
        </p:txBody>
      </p:sp>
    </p:spTree>
    <p:extLst>
      <p:ext uri="{BB962C8B-B14F-4D97-AF65-F5344CB8AC3E}">
        <p14:creationId xmlns:p14="http://schemas.microsoft.com/office/powerpoint/2010/main" val="3966817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130E6-70C9-4234-36CF-5900D44AC7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5E0099-F275-D8E1-9DF1-59C006E41D7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1EFEC6-D3D4-32B6-DF7D-E0F4B92A933C}"/>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43C3FBCB-9191-DF1F-8EEF-807A6EFDED66}"/>
              </a:ext>
            </a:extLst>
          </p:cNvPr>
          <p:cNvSpPr>
            <a:spLocks noGrp="1"/>
          </p:cNvSpPr>
          <p:nvPr>
            <p:ph type="sldNum" sz="quarter" idx="5"/>
          </p:nvPr>
        </p:nvSpPr>
        <p:spPr/>
        <p:txBody>
          <a:bodyPr/>
          <a:lstStyle/>
          <a:p>
            <a:fld id="{2ED28A4C-6EF5-4767-8676-BA9266CC8394}" type="slidenum">
              <a:rPr kumimoji="1" lang="ja-JP" altLang="en-US" smtClean="0"/>
              <a:t>25</a:t>
            </a:fld>
            <a:endParaRPr kumimoji="1" lang="ja-JP" altLang="en-US"/>
          </a:p>
        </p:txBody>
      </p:sp>
    </p:spTree>
    <p:extLst>
      <p:ext uri="{BB962C8B-B14F-4D97-AF65-F5344CB8AC3E}">
        <p14:creationId xmlns:p14="http://schemas.microsoft.com/office/powerpoint/2010/main" val="30968630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B2403-9D2D-3775-5469-450657B563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85FF01C-5556-3F37-94F1-77B171418CC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C3698B-2A2F-E687-883E-9F7B77D383A1}"/>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3B8E6EA1-69CA-044B-8BDE-D3C99D04587D}"/>
              </a:ext>
            </a:extLst>
          </p:cNvPr>
          <p:cNvSpPr>
            <a:spLocks noGrp="1"/>
          </p:cNvSpPr>
          <p:nvPr>
            <p:ph type="sldNum" sz="quarter" idx="5"/>
          </p:nvPr>
        </p:nvSpPr>
        <p:spPr/>
        <p:txBody>
          <a:bodyPr/>
          <a:lstStyle/>
          <a:p>
            <a:fld id="{2ED28A4C-6EF5-4767-8676-BA9266CC8394}" type="slidenum">
              <a:rPr kumimoji="1" lang="ja-JP" altLang="en-US" smtClean="0"/>
              <a:t>26</a:t>
            </a:fld>
            <a:endParaRPr kumimoji="1" lang="ja-JP" altLang="en-US"/>
          </a:p>
        </p:txBody>
      </p:sp>
    </p:spTree>
    <p:extLst>
      <p:ext uri="{BB962C8B-B14F-4D97-AF65-F5344CB8AC3E}">
        <p14:creationId xmlns:p14="http://schemas.microsoft.com/office/powerpoint/2010/main" val="9223799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61C80-74E9-1202-0B54-EFE1A3E70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0744388-1A8C-0D13-FE1D-2C96EE50DB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0BB480-2532-F963-D86C-C568CA2DD3C3}"/>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16197AA0-65AE-321C-8B28-A99E04023597}"/>
              </a:ext>
            </a:extLst>
          </p:cNvPr>
          <p:cNvSpPr>
            <a:spLocks noGrp="1"/>
          </p:cNvSpPr>
          <p:nvPr>
            <p:ph type="sldNum" sz="quarter" idx="5"/>
          </p:nvPr>
        </p:nvSpPr>
        <p:spPr/>
        <p:txBody>
          <a:bodyPr/>
          <a:lstStyle/>
          <a:p>
            <a:fld id="{2ED28A4C-6EF5-4767-8676-BA9266CC8394}" type="slidenum">
              <a:rPr kumimoji="1" lang="ja-JP" altLang="en-US" smtClean="0"/>
              <a:t>27</a:t>
            </a:fld>
            <a:endParaRPr kumimoji="1" lang="ja-JP" altLang="en-US"/>
          </a:p>
        </p:txBody>
      </p:sp>
    </p:spTree>
    <p:extLst>
      <p:ext uri="{BB962C8B-B14F-4D97-AF65-F5344CB8AC3E}">
        <p14:creationId xmlns:p14="http://schemas.microsoft.com/office/powerpoint/2010/main" val="3275088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4DBD4-5AE9-D664-F96E-066438D16A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50E11B0-D88C-9592-27D8-2DDAF003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56213FD-4302-60A3-977D-9DB5DF769EF1}"/>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720384DA-80D8-3625-0138-74D6870676F5}"/>
              </a:ext>
            </a:extLst>
          </p:cNvPr>
          <p:cNvSpPr>
            <a:spLocks noGrp="1"/>
          </p:cNvSpPr>
          <p:nvPr>
            <p:ph type="sldNum" sz="quarter" idx="5"/>
          </p:nvPr>
        </p:nvSpPr>
        <p:spPr/>
        <p:txBody>
          <a:bodyPr/>
          <a:lstStyle/>
          <a:p>
            <a:fld id="{2ED28A4C-6EF5-4767-8676-BA9266CC8394}" type="slidenum">
              <a:rPr kumimoji="1" lang="ja-JP" altLang="en-US" smtClean="0"/>
              <a:t>28</a:t>
            </a:fld>
            <a:endParaRPr kumimoji="1" lang="ja-JP" altLang="en-US"/>
          </a:p>
        </p:txBody>
      </p:sp>
    </p:spTree>
    <p:extLst>
      <p:ext uri="{BB962C8B-B14F-4D97-AF65-F5344CB8AC3E}">
        <p14:creationId xmlns:p14="http://schemas.microsoft.com/office/powerpoint/2010/main" val="2684831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5078-9826-3079-F4BE-7CD4266610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A4A89-4DE0-3D9F-31A9-0B7EF0D79D0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75F16B5-571C-9858-96C8-786DDB6F5088}"/>
              </a:ext>
            </a:extLst>
          </p:cNvPr>
          <p:cNvSpPr>
            <a:spLocks noGrp="1"/>
          </p:cNvSpPr>
          <p:nvPr>
            <p:ph type="body" idx="1"/>
          </p:nvPr>
        </p:nvSpPr>
        <p:spPr/>
        <p:txBody>
          <a:bodyPr/>
          <a:lstStyle/>
          <a:p>
            <a:r>
              <a:rPr lang="en-US" altLang="ja-JP" sz="800" dirty="0"/>
              <a:t>.</a:t>
            </a:r>
          </a:p>
          <a:p>
            <a:r>
              <a:rPr lang="en-US" altLang="ja-JP" sz="800" dirty="0"/>
              <a:t>├── .env</a:t>
            </a:r>
          </a:p>
          <a:p>
            <a:r>
              <a:rPr lang="en-US" altLang="ja-JP" sz="800" dirty="0"/>
              <a:t>├── requirements.txt</a:t>
            </a:r>
          </a:p>
          <a:p>
            <a:r>
              <a:rPr lang="en-US" altLang="ja-JP" sz="800" dirty="0"/>
              <a:t>├── start_api_server.sh</a:t>
            </a:r>
          </a:p>
          <a:p>
            <a:r>
              <a:rPr lang="en-US" altLang="ja-JP" sz="800" dirty="0"/>
              <a:t>├── start_init_db.sh</a:t>
            </a:r>
          </a:p>
          <a:p>
            <a:r>
              <a:rPr lang="en-US" altLang="ja-JP" sz="800" dirty="0"/>
              <a:t>├── start_web_server.sh</a:t>
            </a:r>
          </a:p>
          <a:p>
            <a:r>
              <a:rPr lang="en-US" altLang="ja-JP" sz="800" dirty="0"/>
              <a:t>├── start_worker.sh</a:t>
            </a:r>
          </a:p>
          <a:p>
            <a:r>
              <a:rPr lang="en-US" altLang="ja-JP" sz="800" dirty="0"/>
              <a:t>│</a:t>
            </a:r>
          </a:p>
          <a:p>
            <a:r>
              <a:rPr lang="en-US" altLang="ja-JP" sz="800" dirty="0"/>
              <a:t>├── app</a:t>
            </a:r>
          </a:p>
          <a:p>
            <a:r>
              <a:rPr lang="en-US" altLang="ja-JP" sz="800" dirty="0"/>
              <a:t>│   ├── __init__.py</a:t>
            </a:r>
          </a:p>
          <a:p>
            <a:r>
              <a:rPr lang="en-US" altLang="ja-JP" sz="800" dirty="0"/>
              <a:t>│   ├── main.py</a:t>
            </a:r>
          </a:p>
          <a:p>
            <a:r>
              <a:rPr lang="en-US" altLang="ja-JP" sz="800" dirty="0"/>
              <a:t>│   ├── </a:t>
            </a:r>
            <a:r>
              <a:rPr lang="en-US" altLang="ja-JP" sz="800" dirty="0" err="1"/>
              <a:t>api</a:t>
            </a:r>
            <a:endParaRPr lang="en-US" altLang="ja-JP" sz="800" dirty="0"/>
          </a:p>
          <a:p>
            <a:r>
              <a:rPr lang="en-US" altLang="ja-JP" sz="800" dirty="0"/>
              <a:t>│   │   ├── __init__.py</a:t>
            </a:r>
          </a:p>
          <a:p>
            <a:r>
              <a:rPr lang="en-US" altLang="ja-JP" sz="800" dirty="0"/>
              <a:t>│   │   ├── attendance.py</a:t>
            </a:r>
          </a:p>
          <a:p>
            <a:r>
              <a:rPr lang="en-US" altLang="ja-JP" sz="800" dirty="0"/>
              <a:t>│   │   ├── card.py</a:t>
            </a:r>
          </a:p>
          <a:p>
            <a:r>
              <a:rPr lang="en-US" altLang="ja-JP" sz="800" dirty="0"/>
              <a:t>│   │   └── user.py</a:t>
            </a:r>
          </a:p>
          <a:p>
            <a:r>
              <a:rPr lang="en-US" altLang="ja-JP" sz="800" dirty="0"/>
              <a:t>│   ├── hardware</a:t>
            </a:r>
          </a:p>
          <a:p>
            <a:r>
              <a:rPr lang="en-US" altLang="ja-JP" sz="800" dirty="0"/>
              <a:t>│   │   └── card_reader.py</a:t>
            </a:r>
          </a:p>
          <a:p>
            <a:r>
              <a:rPr lang="en-US" altLang="ja-JP" sz="800" dirty="0"/>
              <a:t>│   ├── schemas</a:t>
            </a:r>
          </a:p>
          <a:p>
            <a:r>
              <a:rPr lang="en-US" altLang="ja-JP" sz="800" dirty="0"/>
              <a:t>│   │   ├── __init__.py</a:t>
            </a:r>
          </a:p>
          <a:p>
            <a:r>
              <a:rPr lang="en-US" altLang="ja-JP" sz="800" dirty="0"/>
              <a:t>│   │   ├── attendance.py</a:t>
            </a:r>
          </a:p>
          <a:p>
            <a:r>
              <a:rPr lang="en-US" altLang="ja-JP" sz="800" dirty="0"/>
              <a:t>│   │   └── user.py</a:t>
            </a:r>
          </a:p>
          <a:p>
            <a:r>
              <a:rPr lang="en-US" altLang="ja-JP" sz="800" dirty="0"/>
              <a:t>│   └── services</a:t>
            </a:r>
          </a:p>
          <a:p>
            <a:r>
              <a:rPr lang="en-US" altLang="ja-JP" sz="800" dirty="0"/>
              <a:t>│       └── card_service.py</a:t>
            </a:r>
          </a:p>
          <a:p>
            <a:r>
              <a:rPr lang="en-US" altLang="ja-JP" sz="800" dirty="0"/>
              <a:t>│</a:t>
            </a:r>
          </a:p>
          <a:p>
            <a:r>
              <a:rPr lang="en-US" altLang="ja-JP" sz="800" dirty="0"/>
              <a:t>├── data</a:t>
            </a:r>
          </a:p>
          <a:p>
            <a:r>
              <a:rPr lang="en-US" altLang="ja-JP" sz="800" dirty="0"/>
              <a:t>│   ├── .init_db.py</a:t>
            </a:r>
          </a:p>
          <a:p>
            <a:r>
              <a:rPr lang="en-US" altLang="ja-JP" sz="800" dirty="0"/>
              <a:t>│   └── </a:t>
            </a:r>
            <a:r>
              <a:rPr lang="en-US" altLang="ja-JP" sz="800" dirty="0" err="1"/>
              <a:t>tasks.db</a:t>
            </a:r>
            <a:endParaRPr lang="en-US" altLang="ja-JP" sz="800" dirty="0"/>
          </a:p>
          <a:p>
            <a:r>
              <a:rPr lang="en-US" altLang="ja-JP" sz="800" dirty="0"/>
              <a:t>│</a:t>
            </a:r>
          </a:p>
          <a:p>
            <a:r>
              <a:rPr lang="en-US" altLang="ja-JP" sz="800" dirty="0"/>
              <a:t>├── logs</a:t>
            </a:r>
          </a:p>
          <a:p>
            <a:r>
              <a:rPr lang="en-US" altLang="ja-JP" sz="800" dirty="0"/>
              <a:t>│   └── *.log</a:t>
            </a:r>
          </a:p>
          <a:p>
            <a:r>
              <a:rPr lang="en-US" altLang="ja-JP" sz="800" dirty="0"/>
              <a:t>│</a:t>
            </a:r>
          </a:p>
          <a:p>
            <a:r>
              <a:rPr lang="en-US" altLang="ja-JP" sz="800" dirty="0"/>
              <a:t>├── shared</a:t>
            </a:r>
          </a:p>
          <a:p>
            <a:r>
              <a:rPr lang="en-US" altLang="ja-JP" sz="800" dirty="0"/>
              <a:t>│   ├── __init__.py</a:t>
            </a:r>
          </a:p>
          <a:p>
            <a:r>
              <a:rPr lang="en-US" altLang="ja-JP" sz="800" dirty="0"/>
              <a:t>│   ├── api_client.py</a:t>
            </a:r>
          </a:p>
          <a:p>
            <a:r>
              <a:rPr lang="en-US" altLang="ja-JP" sz="800" dirty="0"/>
              <a:t>│   ├── aws_client.py</a:t>
            </a:r>
          </a:p>
          <a:p>
            <a:r>
              <a:rPr lang="en-US" altLang="ja-JP" sz="800" dirty="0"/>
              <a:t>│   ├── codec.py</a:t>
            </a:r>
          </a:p>
          <a:p>
            <a:r>
              <a:rPr lang="en-US" altLang="ja-JP" sz="800" dirty="0"/>
              <a:t>│   ├── cognito_client.py</a:t>
            </a:r>
          </a:p>
          <a:p>
            <a:r>
              <a:rPr lang="en-US" altLang="ja-JP" sz="800" dirty="0"/>
              <a:t>│   ├── config.py</a:t>
            </a:r>
          </a:p>
          <a:p>
            <a:r>
              <a:rPr lang="en-US" altLang="ja-JP" sz="800" dirty="0"/>
              <a:t>│   ├── error_handler.py</a:t>
            </a:r>
          </a:p>
          <a:p>
            <a:r>
              <a:rPr lang="en-US" altLang="ja-JP" sz="800" dirty="0"/>
              <a:t>│   ├── sm_client.py</a:t>
            </a:r>
          </a:p>
          <a:p>
            <a:r>
              <a:rPr lang="en-US" altLang="ja-JP" sz="800" dirty="0"/>
              <a:t>│   └── task_queue.py</a:t>
            </a:r>
          </a:p>
          <a:p>
            <a:r>
              <a:rPr lang="en-US" altLang="ja-JP" sz="800" dirty="0"/>
              <a:t>│</a:t>
            </a:r>
          </a:p>
          <a:p>
            <a:r>
              <a:rPr lang="en-US" altLang="ja-JP" sz="800" dirty="0"/>
              <a:t>├── web</a:t>
            </a:r>
          </a:p>
          <a:p>
            <a:r>
              <a:rPr lang="en-US" altLang="ja-JP" sz="800" dirty="0"/>
              <a:t>│   └── frontend</a:t>
            </a:r>
          </a:p>
          <a:p>
            <a:r>
              <a:rPr lang="en-US" altLang="ja-JP" sz="800" dirty="0"/>
              <a:t>│       </a:t>
            </a:r>
            <a:r>
              <a:rPr lang="ja-JP" altLang="en-US" sz="800" dirty="0"/>
              <a:t>  </a:t>
            </a:r>
            <a:r>
              <a:rPr lang="en-US" altLang="ja-JP" sz="800" dirty="0"/>
              <a:t>├── .env</a:t>
            </a:r>
          </a:p>
          <a:p>
            <a:r>
              <a:rPr lang="en-US" altLang="ja-JP" sz="800" dirty="0"/>
              <a:t>│         └── </a:t>
            </a:r>
            <a:r>
              <a:rPr lang="en-US" altLang="ja-JP" sz="800" dirty="0" err="1"/>
              <a:t>src</a:t>
            </a:r>
            <a:endParaRPr lang="en-US" altLang="ja-JP" sz="800" dirty="0"/>
          </a:p>
          <a:p>
            <a:r>
              <a:rPr lang="en-US" altLang="ja-JP" sz="800" dirty="0"/>
              <a:t>│            ├── App.css</a:t>
            </a:r>
          </a:p>
          <a:p>
            <a:r>
              <a:rPr lang="en-US" altLang="ja-JP" sz="800" dirty="0"/>
              <a:t>│            ├── </a:t>
            </a:r>
            <a:r>
              <a:rPr lang="en-US" altLang="ja-JP" sz="800" dirty="0" err="1"/>
              <a:t>App.tsx</a:t>
            </a:r>
            <a:endParaRPr lang="en-US" altLang="ja-JP" sz="800" dirty="0"/>
          </a:p>
          <a:p>
            <a:r>
              <a:rPr lang="en-US" altLang="ja-JP" sz="800" dirty="0"/>
              <a:t>│            ├── index.css</a:t>
            </a:r>
          </a:p>
          <a:p>
            <a:r>
              <a:rPr lang="en-US" altLang="ja-JP" sz="800" dirty="0"/>
              <a:t>│            ├── </a:t>
            </a:r>
            <a:r>
              <a:rPr lang="en-US" altLang="ja-JP" sz="800" dirty="0" err="1"/>
              <a:t>index.tsx</a:t>
            </a:r>
            <a:endParaRPr lang="en-US" altLang="ja-JP" sz="800" dirty="0"/>
          </a:p>
          <a:p>
            <a:r>
              <a:rPr lang="en-US" altLang="ja-JP" sz="800" dirty="0"/>
              <a:t>│            ├── </a:t>
            </a:r>
            <a:r>
              <a:rPr lang="en-US" altLang="ja-JP" sz="800" dirty="0" err="1"/>
              <a:t>api</a:t>
            </a:r>
            <a:endParaRPr lang="en-US" altLang="ja-JP" sz="800" dirty="0"/>
          </a:p>
          <a:p>
            <a:r>
              <a:rPr lang="en-US" altLang="ja-JP" sz="800" dirty="0"/>
              <a:t>│            │   ├── </a:t>
            </a:r>
            <a:r>
              <a:rPr lang="en-US" altLang="ja-JP" sz="800" dirty="0" err="1"/>
              <a:t>attendance.ts</a:t>
            </a:r>
            <a:endParaRPr lang="en-US" altLang="ja-JP" sz="800" dirty="0"/>
          </a:p>
          <a:p>
            <a:r>
              <a:rPr lang="en-US" altLang="ja-JP" sz="800" dirty="0"/>
              <a:t>│            │   ├── </a:t>
            </a:r>
            <a:r>
              <a:rPr lang="en-US" altLang="ja-JP" sz="800" dirty="0" err="1"/>
              <a:t>cardReader.ts</a:t>
            </a:r>
            <a:endParaRPr lang="en-US" altLang="ja-JP" sz="800" dirty="0"/>
          </a:p>
          <a:p>
            <a:r>
              <a:rPr lang="en-US" altLang="ja-JP" sz="800" dirty="0"/>
              <a:t>│            │   └── </a:t>
            </a:r>
            <a:r>
              <a:rPr lang="en-US" altLang="ja-JP" sz="800" dirty="0" err="1"/>
              <a:t>user.ts</a:t>
            </a:r>
            <a:endParaRPr lang="en-US" altLang="ja-JP" sz="800" dirty="0"/>
          </a:p>
          <a:p>
            <a:r>
              <a:rPr lang="en-US" altLang="ja-JP" sz="800" dirty="0"/>
              <a:t>│            ├── hooks</a:t>
            </a:r>
          </a:p>
          <a:p>
            <a:r>
              <a:rPr lang="en-US" altLang="ja-JP" sz="800" dirty="0"/>
              <a:t>│            │   ├── </a:t>
            </a:r>
            <a:r>
              <a:rPr lang="en-US" altLang="ja-JP" sz="800" dirty="0" err="1"/>
              <a:t>useCardReader.ts</a:t>
            </a:r>
            <a:endParaRPr lang="en-US" altLang="ja-JP" sz="800" dirty="0"/>
          </a:p>
          <a:p>
            <a:r>
              <a:rPr lang="en-US" altLang="ja-JP" sz="800" dirty="0"/>
              <a:t>│            │   ├── </a:t>
            </a:r>
            <a:r>
              <a:rPr lang="en-US" altLang="ja-JP" sz="800" dirty="0" err="1"/>
              <a:t>useCurrentTime.ts</a:t>
            </a:r>
            <a:endParaRPr lang="en-US" altLang="ja-JP" sz="800" dirty="0"/>
          </a:p>
          <a:p>
            <a:r>
              <a:rPr lang="en-US" altLang="ja-JP" sz="800" dirty="0"/>
              <a:t>│            │   ├── </a:t>
            </a:r>
            <a:r>
              <a:rPr lang="en-US" altLang="ja-JP" sz="800" dirty="0" err="1"/>
              <a:t>useRegisterAttendance.ts</a:t>
            </a:r>
            <a:endParaRPr lang="en-US" altLang="ja-JP" sz="800" dirty="0"/>
          </a:p>
          <a:p>
            <a:r>
              <a:rPr lang="en-US" altLang="ja-JP" sz="800" dirty="0"/>
              <a:t>│            │   ├── </a:t>
            </a:r>
            <a:r>
              <a:rPr lang="en-US" altLang="ja-JP" sz="800" dirty="0" err="1"/>
              <a:t>useRegisterUser.ts</a:t>
            </a:r>
            <a:endParaRPr lang="en-US" altLang="ja-JP" sz="800" dirty="0"/>
          </a:p>
          <a:p>
            <a:r>
              <a:rPr lang="en-US" altLang="ja-JP" sz="800" dirty="0"/>
              <a:t>│            │   └── </a:t>
            </a:r>
            <a:r>
              <a:rPr lang="en-US" altLang="ja-JP" sz="800" dirty="0" err="1"/>
              <a:t>useTimeOfDay.ts</a:t>
            </a:r>
            <a:endParaRPr lang="en-US" altLang="ja-JP" sz="800" dirty="0"/>
          </a:p>
          <a:p>
            <a:r>
              <a:rPr lang="en-US" altLang="ja-JP" sz="800" dirty="0"/>
              <a:t>│            └── pages</a:t>
            </a:r>
          </a:p>
          <a:p>
            <a:r>
              <a:rPr lang="en-US" altLang="ja-JP" sz="800" dirty="0"/>
              <a:t>│                  ├── </a:t>
            </a:r>
            <a:r>
              <a:rPr lang="en-US" altLang="ja-JP" sz="800" dirty="0" err="1"/>
              <a:t>HomePage</a:t>
            </a:r>
            <a:endParaRPr lang="en-US" altLang="ja-JP" sz="800" dirty="0"/>
          </a:p>
          <a:p>
            <a:r>
              <a:rPr lang="en-US" altLang="ja-JP" sz="800" dirty="0"/>
              <a:t>│                  │   ├── HomePage.css</a:t>
            </a:r>
          </a:p>
          <a:p>
            <a:r>
              <a:rPr lang="en-US" altLang="ja-JP" sz="800" dirty="0"/>
              <a:t>│                  │   └── </a:t>
            </a:r>
            <a:r>
              <a:rPr lang="en-US" altLang="ja-JP" sz="800" dirty="0" err="1"/>
              <a:t>HomePage.tsx</a:t>
            </a:r>
            <a:endParaRPr lang="en-US" altLang="ja-JP" sz="800" dirty="0"/>
          </a:p>
          <a:p>
            <a:r>
              <a:rPr lang="en-US" altLang="ja-JP" sz="800" dirty="0"/>
              <a:t>│                  ├── </a:t>
            </a:r>
            <a:r>
              <a:rPr lang="en-US" altLang="ja-JP" sz="800" dirty="0" err="1"/>
              <a:t>RegisterAttendance</a:t>
            </a:r>
            <a:endParaRPr lang="en-US" altLang="ja-JP" sz="800" dirty="0"/>
          </a:p>
          <a:p>
            <a:r>
              <a:rPr lang="en-US" altLang="ja-JP" sz="800" dirty="0"/>
              <a:t>│                  │   ├── AttendanceCardWaitPage.css</a:t>
            </a:r>
          </a:p>
          <a:p>
            <a:r>
              <a:rPr lang="en-US" altLang="ja-JP" sz="800" dirty="0"/>
              <a:t>│                  │   └── </a:t>
            </a:r>
            <a:r>
              <a:rPr lang="en-US" altLang="ja-JP" sz="800" dirty="0" err="1"/>
              <a:t>AttendanceCardWaitPage.tsx</a:t>
            </a:r>
            <a:endParaRPr lang="en-US" altLang="ja-JP" sz="800" dirty="0"/>
          </a:p>
          <a:p>
            <a:r>
              <a:rPr lang="en-US" altLang="ja-JP" sz="800" dirty="0"/>
              <a:t>│                  └── </a:t>
            </a:r>
            <a:r>
              <a:rPr lang="en-US" altLang="ja-JP" sz="800" dirty="0" err="1"/>
              <a:t>RegisterUser</a:t>
            </a:r>
            <a:endParaRPr lang="en-US" altLang="ja-JP" sz="800" dirty="0"/>
          </a:p>
          <a:p>
            <a:r>
              <a:rPr lang="en-US" altLang="ja-JP" sz="800" dirty="0"/>
              <a:t>│                        ├── UserCardWaitPage.css</a:t>
            </a:r>
          </a:p>
          <a:p>
            <a:r>
              <a:rPr lang="en-US" altLang="ja-JP" sz="800" dirty="0"/>
              <a:t>│                        ├── </a:t>
            </a:r>
            <a:r>
              <a:rPr lang="en-US" altLang="ja-JP" sz="800" dirty="0" err="1"/>
              <a:t>UserCardWaitPage.tsx</a:t>
            </a:r>
            <a:endParaRPr lang="en-US" altLang="ja-JP" sz="800" dirty="0"/>
          </a:p>
          <a:p>
            <a:r>
              <a:rPr lang="en-US" altLang="ja-JP" sz="800" dirty="0"/>
              <a:t>│                        ├── UserSelectPage.css</a:t>
            </a:r>
          </a:p>
          <a:p>
            <a:r>
              <a:rPr lang="en-US" altLang="ja-JP" sz="800" dirty="0"/>
              <a:t>│                        └── </a:t>
            </a:r>
            <a:r>
              <a:rPr lang="en-US" altLang="ja-JP" sz="800" dirty="0" err="1"/>
              <a:t>UserSelectPage.tsx</a:t>
            </a:r>
            <a:endParaRPr lang="en-US" altLang="ja-JP" sz="800" dirty="0"/>
          </a:p>
          <a:p>
            <a:r>
              <a:rPr lang="en-US" altLang="ja-JP" sz="800" dirty="0"/>
              <a:t>│</a:t>
            </a:r>
            <a:endParaRPr lang="en-US" altLang="ja-JP" sz="800" b="1" dirty="0"/>
          </a:p>
          <a:p>
            <a:r>
              <a:rPr lang="en-US" altLang="ja-JP" sz="800" dirty="0"/>
              <a:t>└── worker</a:t>
            </a:r>
          </a:p>
          <a:p>
            <a:r>
              <a:rPr lang="en-US" altLang="ja-JP" sz="800" dirty="0"/>
              <a:t>    ├── __init__.py</a:t>
            </a:r>
          </a:p>
          <a:p>
            <a:r>
              <a:rPr lang="en-US" altLang="ja-JP" sz="800" dirty="0"/>
              <a:t>    ├── task_handler.py</a:t>
            </a:r>
          </a:p>
          <a:p>
            <a:r>
              <a:rPr lang="en-US" altLang="ja-JP" sz="800" dirty="0"/>
              <a:t>    └── worker_runner.py</a:t>
            </a:r>
          </a:p>
          <a:p>
            <a:endParaRPr kumimoji="1" lang="ja-JP" altLang="en-US" dirty="0"/>
          </a:p>
        </p:txBody>
      </p:sp>
      <p:sp>
        <p:nvSpPr>
          <p:cNvPr id="4" name="スライド番号プレースホルダー 3">
            <a:extLst>
              <a:ext uri="{FF2B5EF4-FFF2-40B4-BE49-F238E27FC236}">
                <a16:creationId xmlns:a16="http://schemas.microsoft.com/office/drawing/2014/main" id="{D6C2A35F-ED16-721E-EEE4-17DECA149E9D}"/>
              </a:ext>
            </a:extLst>
          </p:cNvPr>
          <p:cNvSpPr>
            <a:spLocks noGrp="1"/>
          </p:cNvSpPr>
          <p:nvPr>
            <p:ph type="sldNum" sz="quarter" idx="5"/>
          </p:nvPr>
        </p:nvSpPr>
        <p:spPr/>
        <p:txBody>
          <a:bodyPr/>
          <a:lstStyle/>
          <a:p>
            <a:fld id="{2ED28A4C-6EF5-4767-8676-BA9266CC8394}" type="slidenum">
              <a:rPr kumimoji="1" lang="ja-JP" altLang="en-US" smtClean="0"/>
              <a:t>29</a:t>
            </a:fld>
            <a:endParaRPr kumimoji="1" lang="ja-JP" altLang="en-US"/>
          </a:p>
        </p:txBody>
      </p:sp>
    </p:spTree>
    <p:extLst>
      <p:ext uri="{BB962C8B-B14F-4D97-AF65-F5344CB8AC3E}">
        <p14:creationId xmlns:p14="http://schemas.microsoft.com/office/powerpoint/2010/main" val="16112090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スライド">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33CBE598-3669-4C1A-9D89-ED0015F71670}"/>
              </a:ext>
            </a:extLst>
          </p:cNvPr>
          <p:cNvSpPr/>
          <p:nvPr userDrawn="1"/>
        </p:nvSpPr>
        <p:spPr>
          <a:xfrm>
            <a:off x="0" y="3437435"/>
            <a:ext cx="9144000" cy="1324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タイトル 1">
            <a:extLst>
              <a:ext uri="{FF2B5EF4-FFF2-40B4-BE49-F238E27FC236}">
                <a16:creationId xmlns:a16="http://schemas.microsoft.com/office/drawing/2014/main" id="{2285A8D1-3FE3-49DF-BA03-A613038FE087}"/>
              </a:ext>
            </a:extLst>
          </p:cNvPr>
          <p:cNvSpPr>
            <a:spLocks noGrp="1"/>
          </p:cNvSpPr>
          <p:nvPr>
            <p:ph type="title" hasCustomPrompt="1"/>
          </p:nvPr>
        </p:nvSpPr>
        <p:spPr>
          <a:xfrm>
            <a:off x="628650" y="2073414"/>
            <a:ext cx="7886700" cy="1364842"/>
          </a:xfrm>
        </p:spPr>
        <p:txBody>
          <a:bodyPr anchor="b" anchorCtr="0">
            <a:noAutofit/>
          </a:bodyPr>
          <a:lstStyle>
            <a:lvl1pPr algn="ctr">
              <a:defRPr sz="4800" b="1">
                <a:solidFill>
                  <a:schemeClr val="tx1"/>
                </a:solidFill>
              </a:defRPr>
            </a:lvl1pPr>
          </a:lstStyle>
          <a:p>
            <a:r>
              <a:rPr kumimoji="1" lang="ja-JP" altLang="en-US" dirty="0"/>
              <a:t>タイトル</a:t>
            </a:r>
          </a:p>
        </p:txBody>
      </p:sp>
      <p:sp>
        <p:nvSpPr>
          <p:cNvPr id="7" name="テキスト プレースホルダー 3">
            <a:extLst>
              <a:ext uri="{FF2B5EF4-FFF2-40B4-BE49-F238E27FC236}">
                <a16:creationId xmlns:a16="http://schemas.microsoft.com/office/drawing/2014/main" id="{ABB37D6A-2BE2-B125-C52E-D1FB709A83E3}"/>
              </a:ext>
            </a:extLst>
          </p:cNvPr>
          <p:cNvSpPr>
            <a:spLocks noGrp="1"/>
          </p:cNvSpPr>
          <p:nvPr>
            <p:ph type="body" sz="quarter" idx="13" hasCustomPrompt="1"/>
          </p:nvPr>
        </p:nvSpPr>
        <p:spPr>
          <a:xfrm>
            <a:off x="1046956" y="3754151"/>
            <a:ext cx="7050088" cy="1154112"/>
          </a:xfrm>
        </p:spPr>
        <p:txBody>
          <a:bodyPr>
            <a:normAutofit/>
          </a:bodyPr>
          <a:lstStyle>
            <a:lvl1pPr marL="0" indent="0" algn="ctr">
              <a:buNone/>
              <a:defRPr sz="1800" b="0">
                <a:solidFill>
                  <a:schemeClr val="tx1"/>
                </a:solidFill>
              </a:defRPr>
            </a:lvl1pPr>
          </a:lstStyle>
          <a:p>
            <a:pPr lvl="0"/>
            <a:r>
              <a:rPr kumimoji="1" lang="ja-JP" altLang="en-US" dirty="0"/>
              <a:t>サブタイトル</a:t>
            </a:r>
          </a:p>
        </p:txBody>
      </p:sp>
    </p:spTree>
    <p:extLst>
      <p:ext uri="{BB962C8B-B14F-4D97-AF65-F5344CB8AC3E}">
        <p14:creationId xmlns:p14="http://schemas.microsoft.com/office/powerpoint/2010/main" val="3684666218"/>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セクション見出しスライド">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BC271A49-B0CF-20C8-BC85-801D192B7539}"/>
              </a:ext>
            </a:extLst>
          </p:cNvPr>
          <p:cNvSpPr/>
          <p:nvPr userDrawn="1"/>
        </p:nvSpPr>
        <p:spPr>
          <a:xfrm>
            <a:off x="0" y="2337757"/>
            <a:ext cx="9144000" cy="219111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dirty="0"/>
          </a:p>
        </p:txBody>
      </p:sp>
      <p:sp>
        <p:nvSpPr>
          <p:cNvPr id="2" name="タイトル 1">
            <a:extLst>
              <a:ext uri="{FF2B5EF4-FFF2-40B4-BE49-F238E27FC236}">
                <a16:creationId xmlns:a16="http://schemas.microsoft.com/office/drawing/2014/main" id="{C6849A3A-6B96-408E-B522-964E3E5E0FA9}"/>
              </a:ext>
            </a:extLst>
          </p:cNvPr>
          <p:cNvSpPr>
            <a:spLocks noGrp="1"/>
          </p:cNvSpPr>
          <p:nvPr>
            <p:ph type="ctrTitle" hasCustomPrompt="1"/>
          </p:nvPr>
        </p:nvSpPr>
        <p:spPr>
          <a:xfrm>
            <a:off x="478767" y="3199186"/>
            <a:ext cx="6858000" cy="770179"/>
          </a:xfrm>
          <a:noFill/>
          <a:ln>
            <a:noFill/>
          </a:ln>
        </p:spPr>
        <p:txBody>
          <a:bodyPr anchor="t" anchorCtr="0">
            <a:noAutofit/>
          </a:bodyPr>
          <a:lstStyle>
            <a:lvl1pPr algn="l">
              <a:defRPr sz="4800" b="1">
                <a:solidFill>
                  <a:schemeClr val="bg2"/>
                </a:solidFill>
              </a:defRPr>
            </a:lvl1pPr>
          </a:lstStyle>
          <a:p>
            <a:r>
              <a:rPr kumimoji="1" lang="ja-JP" altLang="en-US" dirty="0"/>
              <a:t>セクション名</a:t>
            </a:r>
          </a:p>
        </p:txBody>
      </p:sp>
    </p:spTree>
    <p:extLst>
      <p:ext uri="{BB962C8B-B14F-4D97-AF65-F5344CB8AC3E}">
        <p14:creationId xmlns:p14="http://schemas.microsoft.com/office/powerpoint/2010/main" val="5706516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スライド②">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7AA235E2-0422-444E-AAD5-73FF27B16078}"/>
              </a:ext>
            </a:extLst>
          </p:cNvPr>
          <p:cNvSpPr/>
          <p:nvPr userDrawn="1"/>
        </p:nvSpPr>
        <p:spPr>
          <a:xfrm>
            <a:off x="0" y="1"/>
            <a:ext cx="9144000" cy="485667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dirty="0"/>
          </a:p>
        </p:txBody>
      </p:sp>
      <p:sp>
        <p:nvSpPr>
          <p:cNvPr id="2" name="タイトル 1">
            <a:extLst>
              <a:ext uri="{FF2B5EF4-FFF2-40B4-BE49-F238E27FC236}">
                <a16:creationId xmlns:a16="http://schemas.microsoft.com/office/drawing/2014/main" id="{C6849A3A-6B96-408E-B522-964E3E5E0FA9}"/>
              </a:ext>
            </a:extLst>
          </p:cNvPr>
          <p:cNvSpPr>
            <a:spLocks noGrp="1"/>
          </p:cNvSpPr>
          <p:nvPr>
            <p:ph type="ctrTitle" hasCustomPrompt="1"/>
          </p:nvPr>
        </p:nvSpPr>
        <p:spPr>
          <a:xfrm>
            <a:off x="409708" y="1819302"/>
            <a:ext cx="8393982" cy="2731492"/>
          </a:xfrm>
          <a:noFill/>
          <a:ln>
            <a:noFill/>
          </a:ln>
        </p:spPr>
        <p:txBody>
          <a:bodyPr anchor="t" anchorCtr="0">
            <a:noAutofit/>
          </a:bodyPr>
          <a:lstStyle>
            <a:lvl1pPr algn="l">
              <a:lnSpc>
                <a:spcPct val="100000"/>
              </a:lnSpc>
              <a:defRPr sz="4000" b="1">
                <a:solidFill>
                  <a:schemeClr val="bg2"/>
                </a:solidFill>
              </a:defRPr>
            </a:lvl1pPr>
          </a:lstStyle>
          <a:p>
            <a:r>
              <a:rPr kumimoji="1" lang="ja-JP" altLang="en-US" dirty="0"/>
              <a:t>タイトル</a:t>
            </a:r>
          </a:p>
        </p:txBody>
      </p:sp>
      <p:sp>
        <p:nvSpPr>
          <p:cNvPr id="3" name="テキスト ボックス 2">
            <a:extLst>
              <a:ext uri="{FF2B5EF4-FFF2-40B4-BE49-F238E27FC236}">
                <a16:creationId xmlns:a16="http://schemas.microsoft.com/office/drawing/2014/main" id="{E1329B34-92D7-2FA1-A28E-CC462C604B2A}"/>
              </a:ext>
            </a:extLst>
          </p:cNvPr>
          <p:cNvSpPr txBox="1"/>
          <p:nvPr userDrawn="1"/>
        </p:nvSpPr>
        <p:spPr>
          <a:xfrm>
            <a:off x="323967" y="5258421"/>
            <a:ext cx="4264966" cy="461665"/>
          </a:xfrm>
          <a:prstGeom prst="rect">
            <a:avLst/>
          </a:prstGeom>
          <a:noFill/>
        </p:spPr>
        <p:txBody>
          <a:bodyPr wrap="square" rtlCol="0">
            <a:spAutoFit/>
          </a:bodyPr>
          <a:lstStyle/>
          <a:p>
            <a:pPr algn="l"/>
            <a:r>
              <a:rPr kumimoji="1" lang="ja-JP" altLang="en-US" sz="2400" b="1" dirty="0">
                <a:solidFill>
                  <a:schemeClr val="tx1"/>
                </a:solidFill>
              </a:rPr>
              <a:t>原田 海斗</a:t>
            </a:r>
            <a:r>
              <a:rPr kumimoji="1" lang="en-US" altLang="ja-JP" sz="2400" b="1" baseline="30000" dirty="0">
                <a:solidFill>
                  <a:schemeClr val="tx1"/>
                </a:solidFill>
              </a:rPr>
              <a:t>1</a:t>
            </a:r>
            <a:r>
              <a:rPr kumimoji="1" lang="ja-JP" altLang="en-US" sz="2400" b="1" dirty="0">
                <a:solidFill>
                  <a:schemeClr val="tx1"/>
                </a:solidFill>
              </a:rPr>
              <a:t>　</a:t>
            </a:r>
            <a:r>
              <a:rPr kumimoji="1" lang="ja-JP" altLang="en-US" sz="2400" b="0" dirty="0">
                <a:solidFill>
                  <a:schemeClr val="tx1"/>
                </a:solidFill>
              </a:rPr>
              <a:t>峰野 博史</a:t>
            </a:r>
            <a:r>
              <a:rPr kumimoji="1" lang="en-US" altLang="ja-JP" sz="2400" b="0" baseline="30000" dirty="0">
                <a:solidFill>
                  <a:schemeClr val="tx1"/>
                </a:solidFill>
              </a:rPr>
              <a:t>2</a:t>
            </a:r>
          </a:p>
        </p:txBody>
      </p:sp>
      <p:sp>
        <p:nvSpPr>
          <p:cNvPr id="5" name="テキスト ボックス 4">
            <a:extLst>
              <a:ext uri="{FF2B5EF4-FFF2-40B4-BE49-F238E27FC236}">
                <a16:creationId xmlns:a16="http://schemas.microsoft.com/office/drawing/2014/main" id="{D4618789-8F27-7D1D-A679-3615B354018A}"/>
              </a:ext>
            </a:extLst>
          </p:cNvPr>
          <p:cNvSpPr txBox="1"/>
          <p:nvPr userDrawn="1"/>
        </p:nvSpPr>
        <p:spPr>
          <a:xfrm>
            <a:off x="323967" y="5806029"/>
            <a:ext cx="8108833" cy="670953"/>
          </a:xfrm>
          <a:prstGeom prst="rect">
            <a:avLst/>
          </a:prstGeom>
          <a:noFill/>
        </p:spPr>
        <p:txBody>
          <a:bodyPr wrap="square">
            <a:spAutoFit/>
          </a:bodyPr>
          <a:lstStyle/>
          <a:p>
            <a:pPr algn="l">
              <a:lnSpc>
                <a:spcPct val="120000"/>
              </a:lnSpc>
            </a:pPr>
            <a:r>
              <a:rPr kumimoji="1" lang="en-US" altLang="ja-JP" sz="1600" baseline="30000" dirty="0">
                <a:solidFill>
                  <a:schemeClr val="tx1"/>
                </a:solidFill>
              </a:rPr>
              <a:t>1</a:t>
            </a:r>
            <a:r>
              <a:rPr kumimoji="1" lang="ja-JP" altLang="en-US" sz="1600" baseline="30000" dirty="0">
                <a:solidFill>
                  <a:schemeClr val="tx1"/>
                </a:solidFill>
              </a:rPr>
              <a:t>　</a:t>
            </a:r>
            <a:r>
              <a:rPr kumimoji="1" lang="ja-JP" altLang="en-US" sz="1600" dirty="0">
                <a:solidFill>
                  <a:schemeClr val="tx1"/>
                </a:solidFill>
              </a:rPr>
              <a:t>静岡大学大学院総合科学技術研究科情報学専攻</a:t>
            </a:r>
          </a:p>
          <a:p>
            <a:pPr algn="l">
              <a:lnSpc>
                <a:spcPct val="120000"/>
              </a:lnSpc>
            </a:pPr>
            <a:r>
              <a:rPr kumimoji="1" lang="en-US" altLang="ja-JP" sz="1600" baseline="30000" dirty="0">
                <a:solidFill>
                  <a:schemeClr val="tx1"/>
                </a:solidFill>
              </a:rPr>
              <a:t>2</a:t>
            </a:r>
            <a:r>
              <a:rPr kumimoji="1" lang="ja-JP" altLang="en-US" sz="1600" baseline="30000" dirty="0">
                <a:solidFill>
                  <a:schemeClr val="tx1"/>
                </a:solidFill>
              </a:rPr>
              <a:t>　</a:t>
            </a:r>
            <a:r>
              <a:rPr kumimoji="1" lang="ja-JP" altLang="en-US" sz="1600" dirty="0">
                <a:solidFill>
                  <a:schemeClr val="tx1"/>
                </a:solidFill>
              </a:rPr>
              <a:t>静岡大学グリーン科学研究所</a:t>
            </a:r>
          </a:p>
        </p:txBody>
      </p:sp>
      <p:sp>
        <p:nvSpPr>
          <p:cNvPr id="6" name="タイトル 1">
            <a:extLst>
              <a:ext uri="{FF2B5EF4-FFF2-40B4-BE49-F238E27FC236}">
                <a16:creationId xmlns:a16="http://schemas.microsoft.com/office/drawing/2014/main" id="{9DF4E400-7844-C063-928A-ECC253CAF397}"/>
              </a:ext>
            </a:extLst>
          </p:cNvPr>
          <p:cNvSpPr txBox="1">
            <a:spLocks/>
          </p:cNvSpPr>
          <p:nvPr userDrawn="1"/>
        </p:nvSpPr>
        <p:spPr>
          <a:xfrm>
            <a:off x="409708" y="873195"/>
            <a:ext cx="8277092" cy="770179"/>
          </a:xfrm>
          <a:prstGeom prst="rect">
            <a:avLst/>
          </a:prstGeom>
          <a:noFill/>
          <a:ln>
            <a:noFill/>
          </a:ln>
        </p:spPr>
        <p:txBody>
          <a:bodyPr vert="horz" lIns="91440" tIns="45720" rIns="91440" bIns="45720" rtlCol="0" anchor="ctr">
            <a:noAutofit/>
          </a:bodyPr>
          <a:lstStyle>
            <a:lvl1pPr algn="ctr" defTabSz="514350" rtl="0" eaLnBrk="1" latinLnBrk="0" hangingPunct="1">
              <a:lnSpc>
                <a:spcPct val="90000"/>
              </a:lnSpc>
              <a:spcBef>
                <a:spcPct val="0"/>
              </a:spcBef>
              <a:buNone/>
              <a:defRPr kumimoji="1" sz="4400" b="1" kern="1200">
                <a:solidFill>
                  <a:schemeClr val="bg2"/>
                </a:solidFill>
                <a:latin typeface="+mj-lt"/>
                <a:ea typeface="+mj-ea"/>
                <a:cs typeface="+mj-cs"/>
              </a:defRPr>
            </a:lvl1pPr>
          </a:lstStyle>
          <a:p>
            <a:pPr algn="l"/>
            <a:r>
              <a:rPr lang="en-US" altLang="ja-JP" sz="1400" b="0" dirty="0"/>
              <a:t>2025</a:t>
            </a:r>
            <a:r>
              <a:rPr lang="ja-JP" altLang="en-US" sz="1400" b="0" dirty="0"/>
              <a:t>年</a:t>
            </a:r>
            <a:r>
              <a:rPr lang="en-US" altLang="ja-JP" sz="1400" b="0" dirty="0"/>
              <a:t>04</a:t>
            </a:r>
            <a:r>
              <a:rPr lang="ja-JP" altLang="en-US" sz="1400" b="0" dirty="0"/>
              <a:t>月</a:t>
            </a:r>
            <a:r>
              <a:rPr lang="en-US" altLang="ja-JP" sz="1400" b="0" dirty="0"/>
              <a:t>05</a:t>
            </a:r>
            <a:r>
              <a:rPr lang="ja-JP" altLang="en-US" sz="1400" b="0" dirty="0"/>
              <a:t>日</a:t>
            </a:r>
            <a:endParaRPr lang="en-US" altLang="ja-JP" sz="1400" b="0" dirty="0"/>
          </a:p>
          <a:p>
            <a:pPr algn="l"/>
            <a:endParaRPr lang="en-US" altLang="ja-JP" sz="500" b="0" dirty="0"/>
          </a:p>
          <a:p>
            <a:pPr algn="l"/>
            <a:r>
              <a:rPr lang="ja-JP" altLang="en-US" sz="2000" b="0" dirty="0"/>
              <a:t>修士構想発表</a:t>
            </a:r>
          </a:p>
        </p:txBody>
      </p:sp>
    </p:spTree>
    <p:extLst>
      <p:ext uri="{BB962C8B-B14F-4D97-AF65-F5344CB8AC3E}">
        <p14:creationId xmlns:p14="http://schemas.microsoft.com/office/powerpoint/2010/main" val="13511522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ベーススライド">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33CBE598-3669-4C1A-9D89-ED0015F71670}"/>
              </a:ext>
            </a:extLst>
          </p:cNvPr>
          <p:cNvSpPr/>
          <p:nvPr userDrawn="1"/>
        </p:nvSpPr>
        <p:spPr>
          <a:xfrm flipH="1">
            <a:off x="228600" y="254794"/>
            <a:ext cx="107950" cy="611750"/>
          </a:xfrm>
          <a:prstGeom prst="rect">
            <a:avLst/>
          </a:prstGeom>
          <a:solidFill>
            <a:srgbClr val="645D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タイトル 1">
            <a:extLst>
              <a:ext uri="{FF2B5EF4-FFF2-40B4-BE49-F238E27FC236}">
                <a16:creationId xmlns:a16="http://schemas.microsoft.com/office/drawing/2014/main" id="{2285A8D1-3FE3-49DF-BA03-A613038FE087}"/>
              </a:ext>
            </a:extLst>
          </p:cNvPr>
          <p:cNvSpPr>
            <a:spLocks noGrp="1"/>
          </p:cNvSpPr>
          <p:nvPr>
            <p:ph type="title" hasCustomPrompt="1"/>
          </p:nvPr>
        </p:nvSpPr>
        <p:spPr>
          <a:xfrm>
            <a:off x="428625" y="350082"/>
            <a:ext cx="7886700" cy="576787"/>
          </a:xfrm>
        </p:spPr>
        <p:txBody>
          <a:bodyPr>
            <a:noAutofit/>
          </a:bodyPr>
          <a:lstStyle>
            <a:lvl1pPr>
              <a:defRPr sz="3600" b="1">
                <a:solidFill>
                  <a:schemeClr val="tx1"/>
                </a:solidFill>
              </a:defRPr>
            </a:lvl1pPr>
          </a:lstStyle>
          <a:p>
            <a:r>
              <a:rPr kumimoji="1" lang="ja-JP" altLang="en-US" dirty="0"/>
              <a:t>見出し（セクション名）</a:t>
            </a:r>
          </a:p>
        </p:txBody>
      </p:sp>
      <p:sp>
        <p:nvSpPr>
          <p:cNvPr id="5" name="スライド番号プレースホルダー 5">
            <a:extLst>
              <a:ext uri="{FF2B5EF4-FFF2-40B4-BE49-F238E27FC236}">
                <a16:creationId xmlns:a16="http://schemas.microsoft.com/office/drawing/2014/main" id="{693C9F35-04F5-79D6-85F6-B01A2242A187}"/>
              </a:ext>
            </a:extLst>
          </p:cNvPr>
          <p:cNvSpPr txBox="1">
            <a:spLocks/>
          </p:cNvSpPr>
          <p:nvPr userDrawn="1"/>
        </p:nvSpPr>
        <p:spPr>
          <a:xfrm>
            <a:off x="8439832" y="6488197"/>
            <a:ext cx="661038" cy="268292"/>
          </a:xfrm>
          <a:prstGeom prst="rect">
            <a:avLst/>
          </a:prstGeom>
        </p:spPr>
        <p:txBody>
          <a:bodyPr/>
          <a:lstStyle>
            <a:defPPr>
              <a:defRPr lang="ja-JP"/>
            </a:defPPr>
            <a:lvl1pPr marL="0" algn="l" defTabSz="914400" rtl="0" eaLnBrk="1" latinLnBrk="0" hangingPunct="1">
              <a:defRPr kumimoji="1" sz="14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DB8DA878-EEC5-46EB-9433-5965757D031D}" type="slidenum">
              <a:rPr lang="ja-JP" altLang="en-US" sz="1600" b="1" smtClean="0">
                <a:solidFill>
                  <a:schemeClr val="tx1"/>
                </a:solidFill>
              </a:rPr>
              <a:pPr algn="r"/>
              <a:t>‹#›</a:t>
            </a:fld>
            <a:endParaRPr lang="ja-JP" altLang="en-US" sz="1400" b="1" dirty="0">
              <a:solidFill>
                <a:schemeClr val="tx1"/>
              </a:solidFill>
            </a:endParaRPr>
          </a:p>
        </p:txBody>
      </p:sp>
      <p:sp>
        <p:nvSpPr>
          <p:cNvPr id="9" name="コンテンツ プレースホルダー 2">
            <a:extLst>
              <a:ext uri="{FF2B5EF4-FFF2-40B4-BE49-F238E27FC236}">
                <a16:creationId xmlns:a16="http://schemas.microsoft.com/office/drawing/2014/main" id="{D4B0B1DC-0798-6B1F-DB1E-51525DE34378}"/>
              </a:ext>
            </a:extLst>
          </p:cNvPr>
          <p:cNvSpPr>
            <a:spLocks noGrp="1"/>
          </p:cNvSpPr>
          <p:nvPr>
            <p:ph idx="1" hasCustomPrompt="1"/>
          </p:nvPr>
        </p:nvSpPr>
        <p:spPr>
          <a:xfrm>
            <a:off x="361950" y="1101933"/>
            <a:ext cx="7886700" cy="1891371"/>
          </a:xfrm>
        </p:spPr>
        <p:txBody>
          <a:bodyPr>
            <a:normAutofit/>
          </a:bodyPr>
          <a:lstStyle>
            <a:lvl1pPr marL="355600" indent="-355600">
              <a:lnSpc>
                <a:spcPct val="120000"/>
              </a:lnSpc>
              <a:spcBef>
                <a:spcPts val="3000"/>
              </a:spcBef>
              <a:buClr>
                <a:schemeClr val="tx1">
                  <a:lumMod val="75000"/>
                  <a:lumOff val="25000"/>
                </a:schemeClr>
              </a:buClr>
              <a:buSzPct val="90000"/>
              <a:buFont typeface="Wingdings" panose="05000000000000000000" pitchFamily="2" charset="2"/>
              <a:buChar char="n"/>
              <a:tabLst>
                <a:tab pos="355600" algn="l"/>
              </a:tabLst>
              <a:defRPr sz="2400" b="1" u="none">
                <a:solidFill>
                  <a:schemeClr val="tx1"/>
                </a:solidFill>
                <a:latin typeface="+mj-lt"/>
              </a:defRPr>
            </a:lvl1pPr>
            <a:lvl2pPr marL="539750" indent="-282575">
              <a:lnSpc>
                <a:spcPct val="120000"/>
              </a:lnSpc>
              <a:spcBef>
                <a:spcPts val="800"/>
              </a:spcBef>
              <a:buClr>
                <a:schemeClr val="tx1">
                  <a:lumMod val="50000"/>
                  <a:lumOff val="50000"/>
                </a:schemeClr>
              </a:buClr>
              <a:buSzPct val="80000"/>
              <a:buFont typeface="Wingdings" panose="05000000000000000000" pitchFamily="2" charset="2"/>
              <a:buChar char="n"/>
              <a:defRPr sz="1800" b="0">
                <a:solidFill>
                  <a:schemeClr val="tx1"/>
                </a:solidFill>
                <a:latin typeface="+mj-lt"/>
              </a:defRPr>
            </a:lvl2pPr>
            <a:lvl3pPr marL="719138" indent="-204788">
              <a:lnSpc>
                <a:spcPct val="100000"/>
              </a:lnSpc>
              <a:spcBef>
                <a:spcPts val="800"/>
              </a:spcBef>
              <a:buClr>
                <a:schemeClr val="tx1">
                  <a:lumMod val="25000"/>
                  <a:lumOff val="75000"/>
                </a:schemeClr>
              </a:buClr>
              <a:buFont typeface="Wingdings" panose="05000000000000000000" pitchFamily="2" charset="2"/>
              <a:buChar char="n"/>
              <a:defRPr sz="1400" b="0">
                <a:solidFill>
                  <a:schemeClr val="tx1"/>
                </a:solidFill>
                <a:latin typeface="+mj-lt"/>
              </a:defRPr>
            </a:lvl3pPr>
            <a:lvl4pPr marL="942975" indent="-171450">
              <a:lnSpc>
                <a:spcPct val="100000"/>
              </a:lnSpc>
              <a:spcBef>
                <a:spcPts val="800"/>
              </a:spcBef>
              <a:buFont typeface="Wingdings" panose="05000000000000000000" pitchFamily="2" charset="2"/>
              <a:buChar char="n"/>
              <a:defRPr sz="1400" b="0">
                <a:solidFill>
                  <a:schemeClr val="tx1"/>
                </a:solidFill>
                <a:latin typeface="+mj-lt"/>
              </a:defRPr>
            </a:lvl4pPr>
            <a:lvl5pPr marL="1028700" indent="0">
              <a:buNone/>
              <a:defRPr/>
            </a:lvl5pPr>
          </a:lstStyle>
          <a:p>
            <a:pPr lvl="0"/>
            <a:r>
              <a:rPr kumimoji="1" lang="ja-JP" altLang="en-US" dirty="0"/>
              <a:t>第</a:t>
            </a:r>
            <a:r>
              <a:rPr kumimoji="1" lang="en-US" altLang="ja-JP" dirty="0"/>
              <a:t>1</a:t>
            </a:r>
            <a:r>
              <a:rPr kumimoji="1" lang="ja-JP" altLang="en-US" dirty="0"/>
              <a:t>レベル</a:t>
            </a:r>
          </a:p>
          <a:p>
            <a:pPr lvl="1"/>
            <a:r>
              <a:rPr kumimoji="1" lang="ja-JP" altLang="en-US" dirty="0"/>
              <a:t>第</a:t>
            </a:r>
            <a:r>
              <a:rPr kumimoji="1" lang="en-US" altLang="ja-JP" dirty="0"/>
              <a:t>2</a:t>
            </a:r>
            <a:r>
              <a:rPr kumimoji="1" lang="ja-JP" altLang="en-US" dirty="0"/>
              <a:t>レベル</a:t>
            </a:r>
            <a:endParaRPr kumimoji="1" lang="en-US" altLang="ja-JP" dirty="0"/>
          </a:p>
          <a:p>
            <a:pPr lvl="2"/>
            <a:r>
              <a:rPr kumimoji="1" lang="ja-JP" altLang="en-US" dirty="0"/>
              <a:t>第</a:t>
            </a:r>
            <a:r>
              <a:rPr kumimoji="1" lang="en-US" altLang="ja-JP" dirty="0"/>
              <a:t>3</a:t>
            </a:r>
            <a:r>
              <a:rPr kumimoji="1" lang="ja-JP" altLang="en-US" dirty="0"/>
              <a:t>レベル</a:t>
            </a:r>
            <a:endParaRPr kumimoji="1" lang="en-US" altLang="ja-JP" dirty="0"/>
          </a:p>
        </p:txBody>
      </p:sp>
    </p:spTree>
    <p:extLst>
      <p:ext uri="{BB962C8B-B14F-4D97-AF65-F5344CB8AC3E}">
        <p14:creationId xmlns:p14="http://schemas.microsoft.com/office/powerpoint/2010/main" val="127673436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付録スライド">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6DF61822-A89A-8C9A-160D-168DF6AFCE82}"/>
              </a:ext>
            </a:extLst>
          </p:cNvPr>
          <p:cNvSpPr/>
          <p:nvPr userDrawn="1"/>
        </p:nvSpPr>
        <p:spPr>
          <a:xfrm flipH="1">
            <a:off x="228600" y="254794"/>
            <a:ext cx="107950" cy="611750"/>
          </a:xfrm>
          <a:prstGeom prst="rect">
            <a:avLst/>
          </a:prstGeom>
          <a:solidFill>
            <a:srgbClr val="645D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10" name="タイトル 1">
            <a:extLst>
              <a:ext uri="{FF2B5EF4-FFF2-40B4-BE49-F238E27FC236}">
                <a16:creationId xmlns:a16="http://schemas.microsoft.com/office/drawing/2014/main" id="{9B02F407-3B1C-4016-5E8A-EEC95C0D742D}"/>
              </a:ext>
            </a:extLst>
          </p:cNvPr>
          <p:cNvSpPr>
            <a:spLocks noGrp="1"/>
          </p:cNvSpPr>
          <p:nvPr>
            <p:ph type="title" hasCustomPrompt="1"/>
          </p:nvPr>
        </p:nvSpPr>
        <p:spPr>
          <a:xfrm>
            <a:off x="428625" y="350082"/>
            <a:ext cx="7886700" cy="576787"/>
          </a:xfrm>
        </p:spPr>
        <p:txBody>
          <a:bodyPr>
            <a:noAutofit/>
          </a:bodyPr>
          <a:lstStyle>
            <a:lvl1pPr>
              <a:defRPr sz="3600" b="1">
                <a:solidFill>
                  <a:schemeClr val="tx1"/>
                </a:solidFill>
              </a:defRPr>
            </a:lvl1pPr>
          </a:lstStyle>
          <a:p>
            <a:r>
              <a:rPr kumimoji="1" lang="ja-JP" altLang="en-US" dirty="0"/>
              <a:t>付録</a:t>
            </a:r>
          </a:p>
        </p:txBody>
      </p:sp>
      <p:sp>
        <p:nvSpPr>
          <p:cNvPr id="11" name="コンテンツ プレースホルダー 2">
            <a:extLst>
              <a:ext uri="{FF2B5EF4-FFF2-40B4-BE49-F238E27FC236}">
                <a16:creationId xmlns:a16="http://schemas.microsoft.com/office/drawing/2014/main" id="{74DF2BAC-D45D-4CA3-38E8-78DB04DAC3A2}"/>
              </a:ext>
            </a:extLst>
          </p:cNvPr>
          <p:cNvSpPr>
            <a:spLocks noGrp="1"/>
          </p:cNvSpPr>
          <p:nvPr>
            <p:ph idx="1" hasCustomPrompt="1"/>
          </p:nvPr>
        </p:nvSpPr>
        <p:spPr>
          <a:xfrm>
            <a:off x="361950" y="1101933"/>
            <a:ext cx="7886700" cy="1891371"/>
          </a:xfrm>
        </p:spPr>
        <p:txBody>
          <a:bodyPr>
            <a:normAutofit/>
          </a:bodyPr>
          <a:lstStyle>
            <a:lvl1pPr marL="355600" indent="-355600">
              <a:lnSpc>
                <a:spcPct val="120000"/>
              </a:lnSpc>
              <a:spcBef>
                <a:spcPts val="3000"/>
              </a:spcBef>
              <a:buClr>
                <a:schemeClr val="tx1">
                  <a:lumMod val="75000"/>
                  <a:lumOff val="25000"/>
                </a:schemeClr>
              </a:buClr>
              <a:buSzPct val="90000"/>
              <a:buFont typeface="Wingdings" panose="05000000000000000000" pitchFamily="2" charset="2"/>
              <a:buChar char="n"/>
              <a:tabLst>
                <a:tab pos="355600" algn="l"/>
              </a:tabLst>
              <a:defRPr sz="2400" b="1" u="none">
                <a:solidFill>
                  <a:schemeClr val="tx1"/>
                </a:solidFill>
                <a:latin typeface="+mj-lt"/>
              </a:defRPr>
            </a:lvl1pPr>
            <a:lvl2pPr marL="539750" indent="-282575">
              <a:lnSpc>
                <a:spcPct val="120000"/>
              </a:lnSpc>
              <a:spcBef>
                <a:spcPts val="800"/>
              </a:spcBef>
              <a:buClr>
                <a:schemeClr val="tx1">
                  <a:lumMod val="50000"/>
                  <a:lumOff val="50000"/>
                </a:schemeClr>
              </a:buClr>
              <a:buSzPct val="80000"/>
              <a:buFont typeface="Wingdings" panose="05000000000000000000" pitchFamily="2" charset="2"/>
              <a:buChar char="n"/>
              <a:defRPr sz="1800" b="0">
                <a:solidFill>
                  <a:schemeClr val="tx1"/>
                </a:solidFill>
                <a:latin typeface="+mj-lt"/>
              </a:defRPr>
            </a:lvl2pPr>
            <a:lvl3pPr marL="719138" indent="-204788">
              <a:lnSpc>
                <a:spcPct val="100000"/>
              </a:lnSpc>
              <a:spcBef>
                <a:spcPts val="800"/>
              </a:spcBef>
              <a:buClr>
                <a:schemeClr val="tx1">
                  <a:lumMod val="25000"/>
                  <a:lumOff val="75000"/>
                </a:schemeClr>
              </a:buClr>
              <a:buFont typeface="Wingdings" panose="05000000000000000000" pitchFamily="2" charset="2"/>
              <a:buChar char="n"/>
              <a:defRPr sz="1400" b="0">
                <a:solidFill>
                  <a:schemeClr val="tx1"/>
                </a:solidFill>
                <a:latin typeface="+mj-lt"/>
              </a:defRPr>
            </a:lvl3pPr>
            <a:lvl4pPr marL="942975" indent="-171450">
              <a:lnSpc>
                <a:spcPct val="100000"/>
              </a:lnSpc>
              <a:spcBef>
                <a:spcPts val="800"/>
              </a:spcBef>
              <a:buFont typeface="Wingdings" panose="05000000000000000000" pitchFamily="2" charset="2"/>
              <a:buChar char="n"/>
              <a:defRPr sz="1400" b="0">
                <a:solidFill>
                  <a:schemeClr val="tx1"/>
                </a:solidFill>
                <a:latin typeface="+mj-lt"/>
              </a:defRPr>
            </a:lvl4pPr>
            <a:lvl5pPr marL="1028700" indent="0">
              <a:buNone/>
              <a:defRPr/>
            </a:lvl5pPr>
          </a:lstStyle>
          <a:p>
            <a:pPr lvl="0"/>
            <a:r>
              <a:rPr kumimoji="1" lang="ja-JP" altLang="en-US" dirty="0"/>
              <a:t>第</a:t>
            </a:r>
            <a:r>
              <a:rPr kumimoji="1" lang="en-US" altLang="ja-JP" dirty="0"/>
              <a:t>1</a:t>
            </a:r>
            <a:r>
              <a:rPr kumimoji="1" lang="ja-JP" altLang="en-US" dirty="0"/>
              <a:t>レベル</a:t>
            </a:r>
          </a:p>
          <a:p>
            <a:pPr lvl="1"/>
            <a:r>
              <a:rPr kumimoji="1" lang="ja-JP" altLang="en-US" dirty="0"/>
              <a:t>第</a:t>
            </a:r>
            <a:r>
              <a:rPr kumimoji="1" lang="en-US" altLang="ja-JP" dirty="0"/>
              <a:t>2</a:t>
            </a:r>
            <a:r>
              <a:rPr kumimoji="1" lang="ja-JP" altLang="en-US" dirty="0"/>
              <a:t>レベル</a:t>
            </a:r>
            <a:endParaRPr kumimoji="1" lang="en-US" altLang="ja-JP" dirty="0"/>
          </a:p>
          <a:p>
            <a:pPr lvl="2"/>
            <a:r>
              <a:rPr kumimoji="1" lang="ja-JP" altLang="en-US" dirty="0"/>
              <a:t>第</a:t>
            </a:r>
            <a:r>
              <a:rPr kumimoji="1" lang="en-US" altLang="ja-JP" dirty="0"/>
              <a:t>3</a:t>
            </a:r>
            <a:r>
              <a:rPr kumimoji="1" lang="ja-JP" altLang="en-US" dirty="0"/>
              <a:t>レベル</a:t>
            </a:r>
            <a:endParaRPr kumimoji="1" lang="en-US" altLang="ja-JP" dirty="0"/>
          </a:p>
        </p:txBody>
      </p:sp>
    </p:spTree>
    <p:extLst>
      <p:ext uri="{BB962C8B-B14F-4D97-AF65-F5344CB8AC3E}">
        <p14:creationId xmlns:p14="http://schemas.microsoft.com/office/powerpoint/2010/main" val="11939132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白紙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49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部品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E833CD-A81B-B958-248D-C93CF128F6CA}"/>
              </a:ext>
            </a:extLst>
          </p:cNvPr>
          <p:cNvSpPr>
            <a:spLocks noGrp="1"/>
          </p:cNvSpPr>
          <p:nvPr>
            <p:ph type="title" hasCustomPrompt="1"/>
          </p:nvPr>
        </p:nvSpPr>
        <p:spPr>
          <a:xfrm>
            <a:off x="209550" y="299282"/>
            <a:ext cx="7886700" cy="576787"/>
          </a:xfrm>
        </p:spPr>
        <p:txBody>
          <a:bodyPr>
            <a:noAutofit/>
          </a:bodyPr>
          <a:lstStyle>
            <a:lvl1pPr>
              <a:defRPr sz="4000" b="1">
                <a:solidFill>
                  <a:schemeClr val="tx1"/>
                </a:solidFill>
              </a:defRPr>
            </a:lvl1pPr>
          </a:lstStyle>
          <a:p>
            <a:r>
              <a:rPr kumimoji="1" lang="ja-JP" altLang="en-US" dirty="0"/>
              <a:t>便利ツール</a:t>
            </a:r>
          </a:p>
        </p:txBody>
      </p:sp>
      <p:sp>
        <p:nvSpPr>
          <p:cNvPr id="3" name="正方形/長方形 2">
            <a:extLst>
              <a:ext uri="{FF2B5EF4-FFF2-40B4-BE49-F238E27FC236}">
                <a16:creationId xmlns:a16="http://schemas.microsoft.com/office/drawing/2014/main" id="{434C9B34-BC06-E3A1-12D4-A2EC57EA20D6}"/>
              </a:ext>
            </a:extLst>
          </p:cNvPr>
          <p:cNvSpPr/>
          <p:nvPr userDrawn="1"/>
        </p:nvSpPr>
        <p:spPr>
          <a:xfrm>
            <a:off x="0" y="960120"/>
            <a:ext cx="9144000" cy="1324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4" name="正方形/長方形 3">
            <a:extLst>
              <a:ext uri="{FF2B5EF4-FFF2-40B4-BE49-F238E27FC236}">
                <a16:creationId xmlns:a16="http://schemas.microsoft.com/office/drawing/2014/main" id="{FC6D870A-1AB4-D97A-AB96-26DFC4516B62}"/>
              </a:ext>
            </a:extLst>
          </p:cNvPr>
          <p:cNvSpPr/>
          <p:nvPr userDrawn="1"/>
        </p:nvSpPr>
        <p:spPr>
          <a:xfrm>
            <a:off x="406399" y="1735666"/>
            <a:ext cx="8365068" cy="635001"/>
          </a:xfrm>
          <a:prstGeom prst="rect">
            <a:avLst/>
          </a:prstGeom>
          <a:solidFill>
            <a:srgbClr val="DAD6C4"/>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b="1" dirty="0">
                <a:solidFill>
                  <a:srgbClr val="1D1B12"/>
                </a:solidFill>
              </a:rPr>
              <a:t>例：〇〇が可能</a:t>
            </a:r>
          </a:p>
        </p:txBody>
      </p:sp>
      <p:sp>
        <p:nvSpPr>
          <p:cNvPr id="5" name="テキスト ボックス 4">
            <a:extLst>
              <a:ext uri="{FF2B5EF4-FFF2-40B4-BE49-F238E27FC236}">
                <a16:creationId xmlns:a16="http://schemas.microsoft.com/office/drawing/2014/main" id="{4713EA69-365E-D19E-59C9-1C8DDB6FB9EC}"/>
              </a:ext>
            </a:extLst>
          </p:cNvPr>
          <p:cNvSpPr txBox="1"/>
          <p:nvPr userDrawn="1"/>
        </p:nvSpPr>
        <p:spPr>
          <a:xfrm>
            <a:off x="209550" y="1261533"/>
            <a:ext cx="3302000" cy="369332"/>
          </a:xfrm>
          <a:prstGeom prst="rect">
            <a:avLst/>
          </a:prstGeom>
          <a:noFill/>
        </p:spPr>
        <p:txBody>
          <a:bodyPr wrap="square" rtlCol="0">
            <a:spAutoFit/>
          </a:bodyPr>
          <a:lstStyle/>
          <a:p>
            <a:r>
              <a:rPr kumimoji="1" lang="ja-JP" altLang="en-US" dirty="0">
                <a:solidFill>
                  <a:schemeClr val="tx1"/>
                </a:solidFill>
              </a:rPr>
              <a:t>・重要なメッセージ表現</a:t>
            </a:r>
          </a:p>
        </p:txBody>
      </p:sp>
      <p:sp>
        <p:nvSpPr>
          <p:cNvPr id="6" name="テキスト ボックス 5">
            <a:extLst>
              <a:ext uri="{FF2B5EF4-FFF2-40B4-BE49-F238E27FC236}">
                <a16:creationId xmlns:a16="http://schemas.microsoft.com/office/drawing/2014/main" id="{9EBBAFB1-D039-FA1B-DCAF-5D7B682B073C}"/>
              </a:ext>
            </a:extLst>
          </p:cNvPr>
          <p:cNvSpPr txBox="1"/>
          <p:nvPr userDrawn="1"/>
        </p:nvSpPr>
        <p:spPr>
          <a:xfrm>
            <a:off x="209550" y="3453917"/>
            <a:ext cx="3302000" cy="369332"/>
          </a:xfrm>
          <a:prstGeom prst="rect">
            <a:avLst/>
          </a:prstGeom>
          <a:noFill/>
        </p:spPr>
        <p:txBody>
          <a:bodyPr wrap="square" rtlCol="0">
            <a:spAutoFit/>
          </a:bodyPr>
          <a:lstStyle/>
          <a:p>
            <a:r>
              <a:rPr kumimoji="1" lang="ja-JP" altLang="en-US" dirty="0">
                <a:solidFill>
                  <a:schemeClr val="tx1"/>
                </a:solidFill>
              </a:rPr>
              <a:t>・矢印表現</a:t>
            </a:r>
          </a:p>
        </p:txBody>
      </p:sp>
      <p:sp>
        <p:nvSpPr>
          <p:cNvPr id="7" name="二等辺三角形 6">
            <a:extLst>
              <a:ext uri="{FF2B5EF4-FFF2-40B4-BE49-F238E27FC236}">
                <a16:creationId xmlns:a16="http://schemas.microsoft.com/office/drawing/2014/main" id="{B01C4BBA-A29A-4A04-7181-D254116664F6}"/>
              </a:ext>
            </a:extLst>
          </p:cNvPr>
          <p:cNvSpPr/>
          <p:nvPr userDrawn="1"/>
        </p:nvSpPr>
        <p:spPr>
          <a:xfrm rot="5400000">
            <a:off x="509334" y="4045249"/>
            <a:ext cx="533102" cy="459570"/>
          </a:xfrm>
          <a:prstGeom prst="triangle">
            <a:avLst/>
          </a:prstGeom>
          <a:solidFill>
            <a:srgbClr val="DAD6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右 7">
            <a:extLst>
              <a:ext uri="{FF2B5EF4-FFF2-40B4-BE49-F238E27FC236}">
                <a16:creationId xmlns:a16="http://schemas.microsoft.com/office/drawing/2014/main" id="{91C296B4-463B-11E5-DE83-34EDDA7A1B79}"/>
              </a:ext>
            </a:extLst>
          </p:cNvPr>
          <p:cNvSpPr/>
          <p:nvPr userDrawn="1"/>
        </p:nvSpPr>
        <p:spPr>
          <a:xfrm>
            <a:off x="1263650" y="3952243"/>
            <a:ext cx="459570" cy="645583"/>
          </a:xfrm>
          <a:prstGeom prst="rightArrow">
            <a:avLst/>
          </a:prstGeom>
          <a:solidFill>
            <a:srgbClr val="DAD6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F210129E-9249-C255-5ECA-444EAAF49482}"/>
              </a:ext>
            </a:extLst>
          </p:cNvPr>
          <p:cNvSpPr txBox="1"/>
          <p:nvPr userDrawn="1"/>
        </p:nvSpPr>
        <p:spPr>
          <a:xfrm>
            <a:off x="2571750" y="3453917"/>
            <a:ext cx="3302000" cy="369332"/>
          </a:xfrm>
          <a:prstGeom prst="rect">
            <a:avLst/>
          </a:prstGeom>
          <a:noFill/>
        </p:spPr>
        <p:txBody>
          <a:bodyPr wrap="square" rtlCol="0">
            <a:spAutoFit/>
          </a:bodyPr>
          <a:lstStyle/>
          <a:p>
            <a:r>
              <a:rPr kumimoji="1" lang="ja-JP" altLang="en-US" dirty="0">
                <a:solidFill>
                  <a:schemeClr val="tx1"/>
                </a:solidFill>
              </a:rPr>
              <a:t>・カラーパレット</a:t>
            </a:r>
          </a:p>
        </p:txBody>
      </p:sp>
      <p:sp>
        <p:nvSpPr>
          <p:cNvPr id="10" name="正方形/長方形 9">
            <a:extLst>
              <a:ext uri="{FF2B5EF4-FFF2-40B4-BE49-F238E27FC236}">
                <a16:creationId xmlns:a16="http://schemas.microsoft.com/office/drawing/2014/main" id="{AC972E37-4590-CAFA-A510-1A27ABCD94D4}"/>
              </a:ext>
            </a:extLst>
          </p:cNvPr>
          <p:cNvSpPr/>
          <p:nvPr userDrawn="1"/>
        </p:nvSpPr>
        <p:spPr>
          <a:xfrm>
            <a:off x="2885713" y="3952243"/>
            <a:ext cx="674520" cy="64558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B8C47EF6-01F7-3381-DD99-4B9DF5B6A231}"/>
              </a:ext>
            </a:extLst>
          </p:cNvPr>
          <p:cNvSpPr/>
          <p:nvPr userDrawn="1"/>
        </p:nvSpPr>
        <p:spPr>
          <a:xfrm>
            <a:off x="3815640" y="3952243"/>
            <a:ext cx="674520" cy="645584"/>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4391D515-2F1A-D6F9-08BA-0B51CA564F5D}"/>
              </a:ext>
            </a:extLst>
          </p:cNvPr>
          <p:cNvSpPr/>
          <p:nvPr userDrawn="1"/>
        </p:nvSpPr>
        <p:spPr>
          <a:xfrm>
            <a:off x="4745567" y="3952243"/>
            <a:ext cx="674520" cy="645584"/>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p>
        </p:txBody>
      </p:sp>
      <p:sp>
        <p:nvSpPr>
          <p:cNvPr id="13" name="正方形/長方形 12">
            <a:extLst>
              <a:ext uri="{FF2B5EF4-FFF2-40B4-BE49-F238E27FC236}">
                <a16:creationId xmlns:a16="http://schemas.microsoft.com/office/drawing/2014/main" id="{C35FC2CB-B4DC-A473-10D1-404CFE53F2C4}"/>
              </a:ext>
            </a:extLst>
          </p:cNvPr>
          <p:cNvSpPr/>
          <p:nvPr userDrawn="1"/>
        </p:nvSpPr>
        <p:spPr>
          <a:xfrm>
            <a:off x="5675494" y="3952243"/>
            <a:ext cx="674520" cy="645584"/>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0742F89D-E981-AF5F-066A-618AA659FFA1}"/>
              </a:ext>
            </a:extLst>
          </p:cNvPr>
          <p:cNvSpPr/>
          <p:nvPr userDrawn="1"/>
        </p:nvSpPr>
        <p:spPr>
          <a:xfrm>
            <a:off x="6605421" y="3952243"/>
            <a:ext cx="674520" cy="645584"/>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67FDBB0A-0067-0C40-623C-C8CD23E42839}"/>
              </a:ext>
            </a:extLst>
          </p:cNvPr>
          <p:cNvSpPr/>
          <p:nvPr userDrawn="1"/>
        </p:nvSpPr>
        <p:spPr>
          <a:xfrm>
            <a:off x="7535348" y="3952243"/>
            <a:ext cx="674520" cy="645584"/>
          </a:xfrm>
          <a:prstGeom prst="rect">
            <a:avLst/>
          </a:prstGeom>
          <a:solidFill>
            <a:srgbClr val="C30F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EA2B02B0-7BB8-77AE-C9D0-9D6B961AFFD1}"/>
              </a:ext>
            </a:extLst>
          </p:cNvPr>
          <p:cNvSpPr txBox="1"/>
          <p:nvPr userDrawn="1"/>
        </p:nvSpPr>
        <p:spPr>
          <a:xfrm>
            <a:off x="209550" y="4933988"/>
            <a:ext cx="3302000" cy="369332"/>
          </a:xfrm>
          <a:prstGeom prst="rect">
            <a:avLst/>
          </a:prstGeom>
          <a:noFill/>
        </p:spPr>
        <p:txBody>
          <a:bodyPr wrap="square" rtlCol="0">
            <a:spAutoFit/>
          </a:bodyPr>
          <a:lstStyle/>
          <a:p>
            <a:r>
              <a:rPr kumimoji="1" lang="ja-JP" altLang="en-US" dirty="0">
                <a:solidFill>
                  <a:schemeClr val="tx1"/>
                </a:solidFill>
              </a:rPr>
              <a:t>・単語説明</a:t>
            </a:r>
          </a:p>
        </p:txBody>
      </p:sp>
      <p:grpSp>
        <p:nvGrpSpPr>
          <p:cNvPr id="22" name="グループ化 21">
            <a:extLst>
              <a:ext uri="{FF2B5EF4-FFF2-40B4-BE49-F238E27FC236}">
                <a16:creationId xmlns:a16="http://schemas.microsoft.com/office/drawing/2014/main" id="{4DC238CE-35FA-22CF-3684-FB93C486BFF8}"/>
              </a:ext>
            </a:extLst>
          </p:cNvPr>
          <p:cNvGrpSpPr/>
          <p:nvPr userDrawn="1"/>
        </p:nvGrpSpPr>
        <p:grpSpPr>
          <a:xfrm>
            <a:off x="406399" y="5464482"/>
            <a:ext cx="8451851" cy="1035839"/>
            <a:chOff x="406398" y="4662228"/>
            <a:chExt cx="8451851" cy="1035839"/>
          </a:xfrm>
        </p:grpSpPr>
        <p:sp>
          <p:nvSpPr>
            <p:cNvPr id="19" name="正方形/長方形 18">
              <a:extLst>
                <a:ext uri="{FF2B5EF4-FFF2-40B4-BE49-F238E27FC236}">
                  <a16:creationId xmlns:a16="http://schemas.microsoft.com/office/drawing/2014/main" id="{16A06CA1-6C0A-A6F1-5E99-21B1A1B6EE11}"/>
                </a:ext>
              </a:extLst>
            </p:cNvPr>
            <p:cNvSpPr/>
            <p:nvPr userDrawn="1"/>
          </p:nvSpPr>
          <p:spPr>
            <a:xfrm>
              <a:off x="406398" y="4662229"/>
              <a:ext cx="8451851" cy="1035838"/>
            </a:xfrm>
            <a:prstGeom prst="rect">
              <a:avLst/>
            </a:prstGeom>
            <a:solidFill>
              <a:schemeClr val="bg2"/>
            </a:solidFill>
            <a:ln w="38100">
              <a:solidFill>
                <a:srgbClr val="1D1B12"/>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endParaRPr kumimoji="1" lang="ja-JP" altLang="en-US" b="1" dirty="0">
                <a:solidFill>
                  <a:schemeClr val="accent1">
                    <a:lumMod val="50000"/>
                  </a:schemeClr>
                </a:solidFill>
              </a:endParaRPr>
            </a:p>
          </p:txBody>
        </p:sp>
        <p:sp>
          <p:nvSpPr>
            <p:cNvPr id="20" name="正方形/長方形 19">
              <a:extLst>
                <a:ext uri="{FF2B5EF4-FFF2-40B4-BE49-F238E27FC236}">
                  <a16:creationId xmlns:a16="http://schemas.microsoft.com/office/drawing/2014/main" id="{A4BB3A85-C2B0-E714-39AD-0A7B62D96B77}"/>
                </a:ext>
              </a:extLst>
            </p:cNvPr>
            <p:cNvSpPr/>
            <p:nvPr userDrawn="1"/>
          </p:nvSpPr>
          <p:spPr>
            <a:xfrm>
              <a:off x="406399" y="4662228"/>
              <a:ext cx="8451850" cy="380091"/>
            </a:xfrm>
            <a:prstGeom prst="rect">
              <a:avLst/>
            </a:prstGeom>
            <a:solidFill>
              <a:srgbClr val="1D1B12"/>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l"/>
              <a:r>
                <a:rPr kumimoji="1" lang="en-US" altLang="ja-JP" sz="1600" b="1" dirty="0">
                  <a:solidFill>
                    <a:schemeClr val="bg2"/>
                  </a:solidFill>
                </a:rPr>
                <a:t>  </a:t>
              </a:r>
              <a:r>
                <a:rPr kumimoji="1" lang="ja-JP" altLang="en-US" sz="1600" b="1" dirty="0">
                  <a:solidFill>
                    <a:schemeClr val="bg2"/>
                  </a:solidFill>
                </a:rPr>
                <a:t>人工知能（</a:t>
              </a:r>
              <a:r>
                <a:rPr kumimoji="1" lang="en-US" altLang="ja-JP" sz="1600" b="1" dirty="0">
                  <a:solidFill>
                    <a:schemeClr val="bg2"/>
                  </a:solidFill>
                </a:rPr>
                <a:t>AI</a:t>
              </a:r>
              <a:r>
                <a:rPr kumimoji="1" lang="ja-JP" altLang="en-US" sz="1600" b="1" dirty="0">
                  <a:solidFill>
                    <a:schemeClr val="bg2"/>
                  </a:solidFill>
                </a:rPr>
                <a:t>）</a:t>
              </a:r>
              <a:endParaRPr kumimoji="1" lang="ja-JP" altLang="en-US" sz="1600" b="0" dirty="0">
                <a:solidFill>
                  <a:schemeClr val="bg2"/>
                </a:solidFill>
              </a:endParaRPr>
            </a:p>
          </p:txBody>
        </p:sp>
        <p:sp>
          <p:nvSpPr>
            <p:cNvPr id="21" name="テキスト ボックス 20">
              <a:extLst>
                <a:ext uri="{FF2B5EF4-FFF2-40B4-BE49-F238E27FC236}">
                  <a16:creationId xmlns:a16="http://schemas.microsoft.com/office/drawing/2014/main" id="{00371436-5334-533F-79A1-46914ECB1C33}"/>
                </a:ext>
              </a:extLst>
            </p:cNvPr>
            <p:cNvSpPr txBox="1"/>
            <p:nvPr userDrawn="1"/>
          </p:nvSpPr>
          <p:spPr>
            <a:xfrm>
              <a:off x="449789" y="5130396"/>
              <a:ext cx="8365068" cy="523220"/>
            </a:xfrm>
            <a:prstGeom prst="rect">
              <a:avLst/>
            </a:prstGeom>
            <a:noFill/>
          </p:spPr>
          <p:txBody>
            <a:bodyPr wrap="square" rtlCol="0">
              <a:spAutoFit/>
            </a:bodyPr>
            <a:lstStyle/>
            <a:p>
              <a:r>
                <a:rPr lang="ja-JP" altLang="en-US" sz="1400" dirty="0">
                  <a:solidFill>
                    <a:schemeClr val="tx1"/>
                  </a:solidFill>
                </a:rPr>
                <a:t>人間の知的能力をコンピューターで模倣し，学習，推論，問題解決などを行う技術やシステムのこと．機械学習や深層学習といった技術を用いて，大量のデータからパターンを学習し，推論や判断を行う．</a:t>
              </a:r>
              <a:endParaRPr kumimoji="1" lang="ja-JP" altLang="en-US" sz="1400" dirty="0">
                <a:solidFill>
                  <a:schemeClr val="tx1"/>
                </a:solidFill>
              </a:endParaRPr>
            </a:p>
          </p:txBody>
        </p:sp>
      </p:grpSp>
      <p:sp>
        <p:nvSpPr>
          <p:cNvPr id="23" name="正方形/長方形 22">
            <a:extLst>
              <a:ext uri="{FF2B5EF4-FFF2-40B4-BE49-F238E27FC236}">
                <a16:creationId xmlns:a16="http://schemas.microsoft.com/office/drawing/2014/main" id="{483D498A-4F61-C427-4D1D-6303483AD6DF}"/>
              </a:ext>
            </a:extLst>
          </p:cNvPr>
          <p:cNvSpPr/>
          <p:nvPr userDrawn="1"/>
        </p:nvSpPr>
        <p:spPr>
          <a:xfrm>
            <a:off x="406399" y="2633682"/>
            <a:ext cx="8365067" cy="635001"/>
          </a:xfrm>
          <a:prstGeom prst="rect">
            <a:avLst/>
          </a:prstGeom>
          <a:solidFill>
            <a:srgbClr val="DAD6C4"/>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b="1" dirty="0">
                <a:solidFill>
                  <a:srgbClr val="1D1B12"/>
                </a:solidFill>
              </a:rPr>
              <a:t>例：〇〇と△△で性能が</a:t>
            </a:r>
            <a:r>
              <a:rPr kumimoji="1" lang="en-US" altLang="ja-JP" b="1" dirty="0">
                <a:solidFill>
                  <a:srgbClr val="C30F15"/>
                </a:solidFill>
              </a:rPr>
              <a:t>10%</a:t>
            </a:r>
            <a:r>
              <a:rPr kumimoji="1" lang="ja-JP" altLang="en-US" b="1" dirty="0">
                <a:solidFill>
                  <a:srgbClr val="C30F15"/>
                </a:solidFill>
              </a:rPr>
              <a:t>以上向上</a:t>
            </a:r>
          </a:p>
        </p:txBody>
      </p:sp>
    </p:spTree>
    <p:extLst>
      <p:ext uri="{BB962C8B-B14F-4D97-AF65-F5344CB8AC3E}">
        <p14:creationId xmlns:p14="http://schemas.microsoft.com/office/powerpoint/2010/main" val="197152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032EAD29-A13C-4512-5BA8-E40AA4160A42}"/>
              </a:ext>
            </a:extLst>
          </p:cNvPr>
          <p:cNvSpPr/>
          <p:nvPr userDrawn="1"/>
        </p:nvSpPr>
        <p:spPr>
          <a:xfrm>
            <a:off x="0" y="0"/>
            <a:ext cx="9144000" cy="6858000"/>
          </a:xfrm>
          <a:prstGeom prst="rect">
            <a:avLst/>
          </a:prstGeom>
          <a:solidFill>
            <a:srgbClr val="EFEC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プレースホルダー 1">
            <a:extLst>
              <a:ext uri="{FF2B5EF4-FFF2-40B4-BE49-F238E27FC236}">
                <a16:creationId xmlns:a16="http://schemas.microsoft.com/office/drawing/2014/main" id="{941F925F-656E-4D32-A9A8-482890AB30DC}"/>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E440804-A4B3-42A0-9601-4FC4CFE1D887}"/>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F393026C-2042-4FFE-AB4A-33B6E1E3A9A6}"/>
              </a:ext>
            </a:extLst>
          </p:cNvPr>
          <p:cNvSpPr>
            <a:spLocks noGrp="1"/>
          </p:cNvSpPr>
          <p:nvPr>
            <p:ph type="dt" sz="half" idx="2"/>
          </p:nvPr>
        </p:nvSpPr>
        <p:spPr>
          <a:xfrm>
            <a:off x="628650" y="6356357"/>
            <a:ext cx="2057400" cy="365125"/>
          </a:xfrm>
          <a:prstGeom prst="rect">
            <a:avLst/>
          </a:prstGeom>
        </p:spPr>
        <p:txBody>
          <a:bodyPr vert="horz" lIns="91440" tIns="45720" rIns="91440" bIns="45720" rtlCol="0" anchor="ctr"/>
          <a:lstStyle>
            <a:lvl1pPr algn="l">
              <a:defRPr sz="675">
                <a:solidFill>
                  <a:schemeClr val="tx1">
                    <a:tint val="75000"/>
                  </a:schemeClr>
                </a:solidFill>
              </a:defRPr>
            </a:lvl1pPr>
          </a:lstStyle>
          <a:p>
            <a:fld id="{C9D3EA30-463D-4652-BF25-D0372B064A0B}" type="datetimeFigureOut">
              <a:rPr kumimoji="1" lang="ja-JP" altLang="en-US" smtClean="0"/>
              <a:t>2026/2/21</a:t>
            </a:fld>
            <a:endParaRPr kumimoji="1" lang="ja-JP" altLang="en-US"/>
          </a:p>
        </p:txBody>
      </p:sp>
      <p:sp>
        <p:nvSpPr>
          <p:cNvPr id="5" name="フッター プレースホルダー 4">
            <a:extLst>
              <a:ext uri="{FF2B5EF4-FFF2-40B4-BE49-F238E27FC236}">
                <a16:creationId xmlns:a16="http://schemas.microsoft.com/office/drawing/2014/main" id="{FC796A7B-2EE8-4580-A308-DE918E172CA1}"/>
              </a:ext>
            </a:extLst>
          </p:cNvPr>
          <p:cNvSpPr>
            <a:spLocks noGrp="1"/>
          </p:cNvSpPr>
          <p:nvPr>
            <p:ph type="ftr" sz="quarter" idx="3"/>
          </p:nvPr>
        </p:nvSpPr>
        <p:spPr>
          <a:xfrm>
            <a:off x="3028950" y="6356357"/>
            <a:ext cx="3086100" cy="365125"/>
          </a:xfrm>
          <a:prstGeom prst="rect">
            <a:avLst/>
          </a:prstGeom>
        </p:spPr>
        <p:txBody>
          <a:bodyPr vert="horz" lIns="91440" tIns="45720" rIns="91440" bIns="45720" rtlCol="0" anchor="ctr"/>
          <a:lstStyle>
            <a:lvl1pPr algn="ctr">
              <a:defRPr sz="675">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E404509-4E71-4183-9F31-F097C6D44D02}"/>
              </a:ext>
            </a:extLst>
          </p:cNvPr>
          <p:cNvSpPr>
            <a:spLocks noGrp="1"/>
          </p:cNvSpPr>
          <p:nvPr>
            <p:ph type="sldNum" sz="quarter" idx="4"/>
          </p:nvPr>
        </p:nvSpPr>
        <p:spPr>
          <a:xfrm>
            <a:off x="6457950" y="6356357"/>
            <a:ext cx="2057400" cy="365125"/>
          </a:xfrm>
          <a:prstGeom prst="rect">
            <a:avLst/>
          </a:prstGeom>
        </p:spPr>
        <p:txBody>
          <a:bodyPr vert="horz" lIns="91440" tIns="45720" rIns="91440" bIns="45720" rtlCol="0" anchor="ctr"/>
          <a:lstStyle>
            <a:lvl1pPr algn="r">
              <a:defRPr sz="675">
                <a:solidFill>
                  <a:schemeClr val="tx1">
                    <a:tint val="75000"/>
                  </a:schemeClr>
                </a:solidFill>
              </a:defRPr>
            </a:lvl1pPr>
          </a:lstStyle>
          <a:p>
            <a:fld id="{6FE149BB-D592-474C-B311-D010F7DC56E9}" type="slidenum">
              <a:rPr kumimoji="1" lang="ja-JP" altLang="en-US" smtClean="0"/>
              <a:t>‹#›</a:t>
            </a:fld>
            <a:endParaRPr kumimoji="1" lang="ja-JP" altLang="en-US"/>
          </a:p>
        </p:txBody>
      </p:sp>
    </p:spTree>
    <p:extLst>
      <p:ext uri="{BB962C8B-B14F-4D97-AF65-F5344CB8AC3E}">
        <p14:creationId xmlns:p14="http://schemas.microsoft.com/office/powerpoint/2010/main" val="1823483091"/>
      </p:ext>
    </p:extLst>
  </p:cSld>
  <p:clrMap bg1="dk1" tx1="lt1" bg2="dk2" tx2="lt2" accent1="accent1" accent2="accent2" accent3="accent3" accent4="accent4" accent5="accent5" accent6="accent6" hlink="hlink" folHlink="folHlink"/>
  <p:sldLayoutIdLst>
    <p:sldLayoutId id="2147483666" r:id="rId1"/>
    <p:sldLayoutId id="2147483664" r:id="rId2"/>
    <p:sldLayoutId id="2147483668" r:id="rId3"/>
    <p:sldLayoutId id="2147483662" r:id="rId4"/>
    <p:sldLayoutId id="2147483663" r:id="rId5"/>
    <p:sldLayoutId id="2147483667" r:id="rId6"/>
    <p:sldLayoutId id="2147483665" r:id="rId7"/>
  </p:sldLayoutIdLst>
  <p:txStyles>
    <p:titleStyle>
      <a:lvl1pPr algn="l" defTabSz="514350" rtl="0" eaLnBrk="1" latinLnBrk="0" hangingPunct="1">
        <a:lnSpc>
          <a:spcPct val="90000"/>
        </a:lnSpc>
        <a:spcBef>
          <a:spcPct val="0"/>
        </a:spcBef>
        <a:buNone/>
        <a:defRPr kumimoji="1" sz="2475" kern="1200">
          <a:solidFill>
            <a:schemeClr val="tx1"/>
          </a:solidFill>
          <a:latin typeface="+mj-lt"/>
          <a:ea typeface="+mj-ea"/>
          <a:cs typeface="+mj-cs"/>
        </a:defRPr>
      </a:lvl1pPr>
    </p:titleStyle>
    <p:bodyStyle>
      <a:lvl1pPr marL="128588" indent="-128588" algn="l" defTabSz="514350" rtl="0" eaLnBrk="1" latinLnBrk="0" hangingPunct="1">
        <a:lnSpc>
          <a:spcPct val="90000"/>
        </a:lnSpc>
        <a:spcBef>
          <a:spcPts val="563"/>
        </a:spcBef>
        <a:buFont typeface="Arial" panose="020B0604020202020204" pitchFamily="34" charset="0"/>
        <a:buChar char="•"/>
        <a:defRPr kumimoji="1" sz="1575" kern="1200">
          <a:solidFill>
            <a:schemeClr val="tx1"/>
          </a:solidFill>
          <a:latin typeface="+mn-lt"/>
          <a:ea typeface="+mn-ea"/>
          <a:cs typeface="+mn-cs"/>
        </a:defRPr>
      </a:lvl1pPr>
      <a:lvl2pPr marL="385763" indent="-128588" algn="l" defTabSz="514350" rtl="0" eaLnBrk="1" latinLnBrk="0" hangingPunct="1">
        <a:lnSpc>
          <a:spcPct val="90000"/>
        </a:lnSpc>
        <a:spcBef>
          <a:spcPts val="281"/>
        </a:spcBef>
        <a:buFont typeface="Arial" panose="020B0604020202020204" pitchFamily="34" charset="0"/>
        <a:buChar char="•"/>
        <a:defRPr kumimoji="1" sz="1350" kern="1200">
          <a:solidFill>
            <a:schemeClr val="tx1"/>
          </a:solidFill>
          <a:latin typeface="+mn-lt"/>
          <a:ea typeface="+mn-ea"/>
          <a:cs typeface="+mn-cs"/>
        </a:defRPr>
      </a:lvl2pPr>
      <a:lvl3pPr marL="642938" indent="-128588" algn="l" defTabSz="514350" rtl="0" eaLnBrk="1" latinLnBrk="0" hangingPunct="1">
        <a:lnSpc>
          <a:spcPct val="90000"/>
        </a:lnSpc>
        <a:spcBef>
          <a:spcPts val="281"/>
        </a:spcBef>
        <a:buFont typeface="Arial" panose="020B0604020202020204" pitchFamily="34" charset="0"/>
        <a:buChar char="•"/>
        <a:defRPr kumimoji="1" sz="1125" kern="1200">
          <a:solidFill>
            <a:schemeClr val="tx1"/>
          </a:solidFill>
          <a:latin typeface="+mn-lt"/>
          <a:ea typeface="+mn-ea"/>
          <a:cs typeface="+mn-cs"/>
        </a:defRPr>
      </a:lvl3pPr>
      <a:lvl4pPr marL="900113" indent="-128588" algn="l" defTabSz="514350" rtl="0" eaLnBrk="1" latinLnBrk="0" hangingPunct="1">
        <a:lnSpc>
          <a:spcPct val="90000"/>
        </a:lnSpc>
        <a:spcBef>
          <a:spcPts val="281"/>
        </a:spcBef>
        <a:buFont typeface="Arial" panose="020B0604020202020204" pitchFamily="34" charset="0"/>
        <a:buChar char="•"/>
        <a:defRPr kumimoji="1" sz="1013" kern="1200">
          <a:solidFill>
            <a:schemeClr val="tx1"/>
          </a:solidFill>
          <a:latin typeface="+mn-lt"/>
          <a:ea typeface="+mn-ea"/>
          <a:cs typeface="+mn-cs"/>
        </a:defRPr>
      </a:lvl4pPr>
      <a:lvl5pPr marL="1157288" indent="-128588" algn="l" defTabSz="514350" rtl="0" eaLnBrk="1" latinLnBrk="0" hangingPunct="1">
        <a:lnSpc>
          <a:spcPct val="90000"/>
        </a:lnSpc>
        <a:spcBef>
          <a:spcPts val="281"/>
        </a:spcBef>
        <a:buFont typeface="Arial" panose="020B0604020202020204" pitchFamily="34" charset="0"/>
        <a:buChar char="•"/>
        <a:defRPr kumimoji="1" sz="1013"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kumimoji="1"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kumimoji="1"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kumimoji="1"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kumimoji="1" sz="1013" kern="1200">
          <a:solidFill>
            <a:schemeClr val="tx1"/>
          </a:solidFill>
          <a:latin typeface="+mn-lt"/>
          <a:ea typeface="+mn-ea"/>
          <a:cs typeface="+mn-cs"/>
        </a:defRPr>
      </a:lvl9pPr>
    </p:bodyStyle>
    <p:otherStyle>
      <a:defPPr>
        <a:defRPr lang="ja-JP"/>
      </a:defPPr>
      <a:lvl1pPr marL="0" algn="l" defTabSz="514350" rtl="0" eaLnBrk="1" latinLnBrk="0" hangingPunct="1">
        <a:defRPr kumimoji="1" sz="1013" kern="1200">
          <a:solidFill>
            <a:schemeClr val="tx1"/>
          </a:solidFill>
          <a:latin typeface="+mn-lt"/>
          <a:ea typeface="+mn-ea"/>
          <a:cs typeface="+mn-cs"/>
        </a:defRPr>
      </a:lvl1pPr>
      <a:lvl2pPr marL="257175" algn="l" defTabSz="514350" rtl="0" eaLnBrk="1" latinLnBrk="0" hangingPunct="1">
        <a:defRPr kumimoji="1" sz="1013" kern="1200">
          <a:solidFill>
            <a:schemeClr val="tx1"/>
          </a:solidFill>
          <a:latin typeface="+mn-lt"/>
          <a:ea typeface="+mn-ea"/>
          <a:cs typeface="+mn-cs"/>
        </a:defRPr>
      </a:lvl2pPr>
      <a:lvl3pPr marL="514350" algn="l" defTabSz="514350" rtl="0" eaLnBrk="1" latinLnBrk="0" hangingPunct="1">
        <a:defRPr kumimoji="1" sz="1013" kern="1200">
          <a:solidFill>
            <a:schemeClr val="tx1"/>
          </a:solidFill>
          <a:latin typeface="+mn-lt"/>
          <a:ea typeface="+mn-ea"/>
          <a:cs typeface="+mn-cs"/>
        </a:defRPr>
      </a:lvl3pPr>
      <a:lvl4pPr marL="771525" algn="l" defTabSz="514350" rtl="0" eaLnBrk="1" latinLnBrk="0" hangingPunct="1">
        <a:defRPr kumimoji="1" sz="1013" kern="1200">
          <a:solidFill>
            <a:schemeClr val="tx1"/>
          </a:solidFill>
          <a:latin typeface="+mn-lt"/>
          <a:ea typeface="+mn-ea"/>
          <a:cs typeface="+mn-cs"/>
        </a:defRPr>
      </a:lvl4pPr>
      <a:lvl5pPr marL="1028700" algn="l" defTabSz="514350" rtl="0" eaLnBrk="1" latinLnBrk="0" hangingPunct="1">
        <a:defRPr kumimoji="1" sz="1013" kern="1200">
          <a:solidFill>
            <a:schemeClr val="tx1"/>
          </a:solidFill>
          <a:latin typeface="+mn-lt"/>
          <a:ea typeface="+mn-ea"/>
          <a:cs typeface="+mn-cs"/>
        </a:defRPr>
      </a:lvl5pPr>
      <a:lvl6pPr marL="1285875" algn="l" defTabSz="514350" rtl="0" eaLnBrk="1" latinLnBrk="0" hangingPunct="1">
        <a:defRPr kumimoji="1" sz="1013" kern="1200">
          <a:solidFill>
            <a:schemeClr val="tx1"/>
          </a:solidFill>
          <a:latin typeface="+mn-lt"/>
          <a:ea typeface="+mn-ea"/>
          <a:cs typeface="+mn-cs"/>
        </a:defRPr>
      </a:lvl6pPr>
      <a:lvl7pPr marL="1543050" algn="l" defTabSz="514350" rtl="0" eaLnBrk="1" latinLnBrk="0" hangingPunct="1">
        <a:defRPr kumimoji="1" sz="1013" kern="1200">
          <a:solidFill>
            <a:schemeClr val="tx1"/>
          </a:solidFill>
          <a:latin typeface="+mn-lt"/>
          <a:ea typeface="+mn-ea"/>
          <a:cs typeface="+mn-cs"/>
        </a:defRPr>
      </a:lvl7pPr>
      <a:lvl8pPr marL="1800225" algn="l" defTabSz="514350" rtl="0" eaLnBrk="1" latinLnBrk="0" hangingPunct="1">
        <a:defRPr kumimoji="1" sz="1013" kern="1200">
          <a:solidFill>
            <a:schemeClr val="tx1"/>
          </a:solidFill>
          <a:latin typeface="+mn-lt"/>
          <a:ea typeface="+mn-ea"/>
          <a:cs typeface="+mn-cs"/>
        </a:defRPr>
      </a:lvl8pPr>
      <a:lvl9pPr marL="2057400" algn="l" defTabSz="514350" rtl="0" eaLnBrk="1" latinLnBrk="0" hangingPunct="1">
        <a:defRPr kumimoji="1"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microsoft.com/office/2007/relationships/hdphoto" Target="../media/hdphoto1.wdp"/></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29"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5.png"/><Relationship Id="rId10" Type="http://schemas.openxmlformats.org/officeDocument/2006/relationships/image" Target="../media/image21.png"/><Relationship Id="rId19" Type="http://schemas.openxmlformats.org/officeDocument/2006/relationships/image" Target="../media/image30.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0.svg"/><Relationship Id="rId3" Type="http://schemas.openxmlformats.org/officeDocument/2006/relationships/image" Target="../media/image30.svg"/><Relationship Id="rId7" Type="http://schemas.openxmlformats.org/officeDocument/2006/relationships/image" Target="../media/image16.svg"/><Relationship Id="rId12" Type="http://schemas.openxmlformats.org/officeDocument/2006/relationships/image" Target="../media/image19.png"/><Relationship Id="rId17" Type="http://schemas.openxmlformats.org/officeDocument/2006/relationships/image" Target="../media/image14.svg"/><Relationship Id="rId2" Type="http://schemas.openxmlformats.org/officeDocument/2006/relationships/image" Target="../media/image29.png"/><Relationship Id="rId16"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image" Target="../media/image15.png"/><Relationship Id="rId11" Type="http://schemas.openxmlformats.org/officeDocument/2006/relationships/image" Target="../media/image28.svg"/><Relationship Id="rId5" Type="http://schemas.openxmlformats.org/officeDocument/2006/relationships/image" Target="../media/image32.svg"/><Relationship Id="rId15" Type="http://schemas.openxmlformats.org/officeDocument/2006/relationships/image" Target="../media/image22.svg"/><Relationship Id="rId10" Type="http://schemas.openxmlformats.org/officeDocument/2006/relationships/image" Target="../media/image27.png"/><Relationship Id="rId4" Type="http://schemas.openxmlformats.org/officeDocument/2006/relationships/image" Target="../media/image31.png"/><Relationship Id="rId9" Type="http://schemas.openxmlformats.org/officeDocument/2006/relationships/image" Target="../media/image18.svg"/><Relationship Id="rId14" Type="http://schemas.openxmlformats.org/officeDocument/2006/relationships/image" Target="../media/image2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0.svg"/><Relationship Id="rId3" Type="http://schemas.openxmlformats.org/officeDocument/2006/relationships/image" Target="../media/image30.svg"/><Relationship Id="rId7" Type="http://schemas.openxmlformats.org/officeDocument/2006/relationships/image" Target="../media/image16.svg"/><Relationship Id="rId12" Type="http://schemas.openxmlformats.org/officeDocument/2006/relationships/image" Target="../media/image19.png"/><Relationship Id="rId17" Type="http://schemas.openxmlformats.org/officeDocument/2006/relationships/image" Target="../media/image14.svg"/><Relationship Id="rId2" Type="http://schemas.openxmlformats.org/officeDocument/2006/relationships/image" Target="../media/image29.png"/><Relationship Id="rId16"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image" Target="../media/image15.png"/><Relationship Id="rId11" Type="http://schemas.openxmlformats.org/officeDocument/2006/relationships/image" Target="../media/image28.svg"/><Relationship Id="rId5" Type="http://schemas.openxmlformats.org/officeDocument/2006/relationships/image" Target="../media/image32.svg"/><Relationship Id="rId15" Type="http://schemas.openxmlformats.org/officeDocument/2006/relationships/image" Target="../media/image22.svg"/><Relationship Id="rId10" Type="http://schemas.openxmlformats.org/officeDocument/2006/relationships/image" Target="../media/image27.png"/><Relationship Id="rId4" Type="http://schemas.openxmlformats.org/officeDocument/2006/relationships/image" Target="../media/image31.png"/><Relationship Id="rId9" Type="http://schemas.openxmlformats.org/officeDocument/2006/relationships/image" Target="../media/image18.svg"/><Relationship Id="rId1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29"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5.png"/><Relationship Id="rId10" Type="http://schemas.openxmlformats.org/officeDocument/2006/relationships/image" Target="../media/image21.png"/><Relationship Id="rId19" Type="http://schemas.openxmlformats.org/officeDocument/2006/relationships/image" Target="../media/image30.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4.png"/><Relationship Id="rId10" Type="http://schemas.openxmlformats.org/officeDocument/2006/relationships/image" Target="../media/image21.png"/><Relationship Id="rId19" Type="http://schemas.openxmlformats.org/officeDocument/2006/relationships/image" Target="../media/image30.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36.svg"/><Relationship Id="rId3" Type="http://schemas.openxmlformats.org/officeDocument/2006/relationships/image" Target="../media/image14.svg"/><Relationship Id="rId7" Type="http://schemas.openxmlformats.org/officeDocument/2006/relationships/image" Target="../media/image18.svg"/><Relationship Id="rId12" Type="http://schemas.openxmlformats.org/officeDocument/2006/relationships/image" Target="../media/image35.png"/><Relationship Id="rId2" Type="http://schemas.openxmlformats.org/officeDocument/2006/relationships/image" Target="../media/image13.png"/><Relationship Id="rId16"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6.svg"/><Relationship Id="rId5" Type="http://schemas.openxmlformats.org/officeDocument/2006/relationships/image" Target="../media/image16.svg"/><Relationship Id="rId15" Type="http://schemas.openxmlformats.org/officeDocument/2006/relationships/image" Target="../media/image2.svg"/><Relationship Id="rId10" Type="http://schemas.openxmlformats.org/officeDocument/2006/relationships/image" Target="../media/image25.png"/><Relationship Id="rId4" Type="http://schemas.openxmlformats.org/officeDocument/2006/relationships/image" Target="../media/image15.png"/><Relationship Id="rId9" Type="http://schemas.openxmlformats.org/officeDocument/2006/relationships/image" Target="../media/image24.png"/><Relationship Id="rId14" Type="http://schemas.openxmlformats.org/officeDocument/2006/relationships/image" Target="../media/image1.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30.svg"/><Relationship Id="rId18" Type="http://schemas.openxmlformats.org/officeDocument/2006/relationships/image" Target="../media/image4.png"/><Relationship Id="rId3" Type="http://schemas.openxmlformats.org/officeDocument/2006/relationships/image" Target="../media/image14.svg"/><Relationship Id="rId7" Type="http://schemas.openxmlformats.org/officeDocument/2006/relationships/image" Target="../media/image18.svg"/><Relationship Id="rId12" Type="http://schemas.openxmlformats.org/officeDocument/2006/relationships/image" Target="../media/image29.png"/><Relationship Id="rId17" Type="http://schemas.openxmlformats.org/officeDocument/2006/relationships/image" Target="../media/image2.svg"/><Relationship Id="rId2" Type="http://schemas.openxmlformats.org/officeDocument/2006/relationships/image" Target="../media/image13.png"/><Relationship Id="rId16"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6.svg"/><Relationship Id="rId5" Type="http://schemas.openxmlformats.org/officeDocument/2006/relationships/image" Target="../media/image16.svg"/><Relationship Id="rId15" Type="http://schemas.openxmlformats.org/officeDocument/2006/relationships/image" Target="../media/image36.svg"/><Relationship Id="rId10" Type="http://schemas.openxmlformats.org/officeDocument/2006/relationships/image" Target="../media/image25.png"/><Relationship Id="rId4" Type="http://schemas.openxmlformats.org/officeDocument/2006/relationships/image" Target="../media/image15.png"/><Relationship Id="rId9" Type="http://schemas.openxmlformats.org/officeDocument/2006/relationships/image" Target="../media/image24.png"/><Relationship Id="rId14" Type="http://schemas.openxmlformats.org/officeDocument/2006/relationships/image" Target="../media/image35.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30.svg"/><Relationship Id="rId18" Type="http://schemas.openxmlformats.org/officeDocument/2006/relationships/image" Target="../media/image4.png"/><Relationship Id="rId3" Type="http://schemas.openxmlformats.org/officeDocument/2006/relationships/image" Target="../media/image14.svg"/><Relationship Id="rId7" Type="http://schemas.openxmlformats.org/officeDocument/2006/relationships/image" Target="../media/image18.svg"/><Relationship Id="rId12" Type="http://schemas.openxmlformats.org/officeDocument/2006/relationships/image" Target="../media/image29.png"/><Relationship Id="rId17" Type="http://schemas.openxmlformats.org/officeDocument/2006/relationships/image" Target="../media/image2.svg"/><Relationship Id="rId2" Type="http://schemas.openxmlformats.org/officeDocument/2006/relationships/image" Target="../media/image13.png"/><Relationship Id="rId16"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6.svg"/><Relationship Id="rId5" Type="http://schemas.openxmlformats.org/officeDocument/2006/relationships/image" Target="../media/image16.svg"/><Relationship Id="rId15" Type="http://schemas.openxmlformats.org/officeDocument/2006/relationships/image" Target="../media/image36.svg"/><Relationship Id="rId10" Type="http://schemas.openxmlformats.org/officeDocument/2006/relationships/image" Target="../media/image25.png"/><Relationship Id="rId4" Type="http://schemas.openxmlformats.org/officeDocument/2006/relationships/image" Target="../media/image15.png"/><Relationship Id="rId9" Type="http://schemas.openxmlformats.org/officeDocument/2006/relationships/image" Target="../media/image24.png"/><Relationship Id="rId14" Type="http://schemas.openxmlformats.org/officeDocument/2006/relationships/image" Target="../media/image35.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svg"/><Relationship Id="rId18"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7.png"/><Relationship Id="rId7" Type="http://schemas.openxmlformats.org/officeDocument/2006/relationships/image" Target="../media/image18.svg"/><Relationship Id="rId12" Type="http://schemas.openxmlformats.org/officeDocument/2006/relationships/image" Target="../media/image25.png"/><Relationship Id="rId17"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35.png"/><Relationship Id="rId20"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4.png"/><Relationship Id="rId5" Type="http://schemas.openxmlformats.org/officeDocument/2006/relationships/image" Target="../media/image16.svg"/><Relationship Id="rId15" Type="http://schemas.openxmlformats.org/officeDocument/2006/relationships/image" Target="../media/image30.svg"/><Relationship Id="rId10" Type="http://schemas.openxmlformats.org/officeDocument/2006/relationships/image" Target="../media/image23.png"/><Relationship Id="rId19" Type="http://schemas.openxmlformats.org/officeDocument/2006/relationships/image" Target="../media/image2.svg"/><Relationship Id="rId4" Type="http://schemas.openxmlformats.org/officeDocument/2006/relationships/image" Target="../media/image15.png"/><Relationship Id="rId9" Type="http://schemas.openxmlformats.org/officeDocument/2006/relationships/image" Target="../media/image22.svg"/><Relationship Id="rId14" Type="http://schemas.openxmlformats.org/officeDocument/2006/relationships/image" Target="../media/image29.png"/><Relationship Id="rId22" Type="http://schemas.openxmlformats.org/officeDocument/2006/relationships/image" Target="../media/image38.sv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svg"/><Relationship Id="rId18" Type="http://schemas.openxmlformats.org/officeDocument/2006/relationships/image" Target="../media/image33.png"/><Relationship Id="rId3" Type="http://schemas.openxmlformats.org/officeDocument/2006/relationships/image" Target="../media/image14.svg"/><Relationship Id="rId21" Type="http://schemas.openxmlformats.org/officeDocument/2006/relationships/image" Target="../media/image36.svg"/><Relationship Id="rId7" Type="http://schemas.openxmlformats.org/officeDocument/2006/relationships/image" Target="../media/image18.svg"/><Relationship Id="rId12" Type="http://schemas.openxmlformats.org/officeDocument/2006/relationships/image" Target="../media/image25.png"/><Relationship Id="rId17" Type="http://schemas.openxmlformats.org/officeDocument/2006/relationships/image" Target="../media/image32.svg"/><Relationship Id="rId2" Type="http://schemas.openxmlformats.org/officeDocument/2006/relationships/image" Target="../media/image13.png"/><Relationship Id="rId16" Type="http://schemas.openxmlformats.org/officeDocument/2006/relationships/image" Target="../media/image31.png"/><Relationship Id="rId20" Type="http://schemas.openxmlformats.org/officeDocument/2006/relationships/image" Target="../media/image35.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4.png"/><Relationship Id="rId24" Type="http://schemas.openxmlformats.org/officeDocument/2006/relationships/image" Target="../media/image4.png"/><Relationship Id="rId5" Type="http://schemas.openxmlformats.org/officeDocument/2006/relationships/image" Target="../media/image16.svg"/><Relationship Id="rId15" Type="http://schemas.openxmlformats.org/officeDocument/2006/relationships/image" Target="../media/image30.svg"/><Relationship Id="rId23" Type="http://schemas.openxmlformats.org/officeDocument/2006/relationships/image" Target="../media/image2.svg"/><Relationship Id="rId10" Type="http://schemas.openxmlformats.org/officeDocument/2006/relationships/image" Target="../media/image23.png"/><Relationship Id="rId19" Type="http://schemas.openxmlformats.org/officeDocument/2006/relationships/image" Target="../media/image34.svg"/><Relationship Id="rId4" Type="http://schemas.openxmlformats.org/officeDocument/2006/relationships/image" Target="../media/image15.png"/><Relationship Id="rId9" Type="http://schemas.openxmlformats.org/officeDocument/2006/relationships/image" Target="../media/image22.svg"/><Relationship Id="rId14" Type="http://schemas.openxmlformats.org/officeDocument/2006/relationships/image" Target="../media/image29.png"/><Relationship Id="rId22" Type="http://schemas.openxmlformats.org/officeDocument/2006/relationships/image" Target="../media/image1.png"/></Relationships>
</file>

<file path=ppt/slides/_rels/slide13.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31.png"/><Relationship Id="rId26" Type="http://schemas.openxmlformats.org/officeDocument/2006/relationships/image" Target="../media/image4.png"/><Relationship Id="rId3" Type="http://schemas.openxmlformats.org/officeDocument/2006/relationships/image" Target="../media/image14.svg"/><Relationship Id="rId21" Type="http://schemas.openxmlformats.org/officeDocument/2006/relationships/image" Target="../media/image34.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30.svg"/><Relationship Id="rId25" Type="http://schemas.openxmlformats.org/officeDocument/2006/relationships/image" Target="../media/image2.svg"/><Relationship Id="rId2" Type="http://schemas.openxmlformats.org/officeDocument/2006/relationships/image" Target="../media/image13.png"/><Relationship Id="rId16" Type="http://schemas.openxmlformats.org/officeDocument/2006/relationships/image" Target="../media/image29.png"/><Relationship Id="rId20" Type="http://schemas.openxmlformats.org/officeDocument/2006/relationships/image" Target="../media/image33.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1.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6.svg"/><Relationship Id="rId10" Type="http://schemas.openxmlformats.org/officeDocument/2006/relationships/image" Target="../media/image21.png"/><Relationship Id="rId19" Type="http://schemas.openxmlformats.org/officeDocument/2006/relationships/image" Target="../media/image32.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5.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31.png"/><Relationship Id="rId26" Type="http://schemas.openxmlformats.org/officeDocument/2006/relationships/image" Target="../media/image4.png"/><Relationship Id="rId3" Type="http://schemas.openxmlformats.org/officeDocument/2006/relationships/image" Target="../media/image14.svg"/><Relationship Id="rId21" Type="http://schemas.openxmlformats.org/officeDocument/2006/relationships/image" Target="../media/image34.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30.svg"/><Relationship Id="rId25" Type="http://schemas.openxmlformats.org/officeDocument/2006/relationships/image" Target="../media/image2.svg"/><Relationship Id="rId2" Type="http://schemas.openxmlformats.org/officeDocument/2006/relationships/image" Target="../media/image13.png"/><Relationship Id="rId16" Type="http://schemas.openxmlformats.org/officeDocument/2006/relationships/image" Target="../media/image29.png"/><Relationship Id="rId20" Type="http://schemas.openxmlformats.org/officeDocument/2006/relationships/image" Target="../media/image33.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1.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6.svg"/><Relationship Id="rId10" Type="http://schemas.openxmlformats.org/officeDocument/2006/relationships/image" Target="../media/image21.png"/><Relationship Id="rId19" Type="http://schemas.openxmlformats.org/officeDocument/2006/relationships/image" Target="../media/image32.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5.pn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4.png"/><Relationship Id="rId10" Type="http://schemas.openxmlformats.org/officeDocument/2006/relationships/image" Target="../media/image21.png"/><Relationship Id="rId19" Type="http://schemas.openxmlformats.org/officeDocument/2006/relationships/image" Target="../media/image30.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s>
</file>

<file path=ppt/slides/_rels/slide16.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29"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5.png"/><Relationship Id="rId10" Type="http://schemas.openxmlformats.org/officeDocument/2006/relationships/image" Target="../media/image21.png"/><Relationship Id="rId19" Type="http://schemas.openxmlformats.org/officeDocument/2006/relationships/image" Target="../media/image30.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s>
</file>

<file path=ppt/slides/_rels/slide1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29"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5.png"/><Relationship Id="rId10" Type="http://schemas.openxmlformats.org/officeDocument/2006/relationships/image" Target="../media/image21.png"/><Relationship Id="rId19" Type="http://schemas.openxmlformats.org/officeDocument/2006/relationships/image" Target="../media/image30.sv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 Id="rId30" Type="http://schemas.openxmlformats.org/officeDocument/2006/relationships/image" Target="../media/image39.png"/></Relationships>
</file>

<file path=ppt/slides/_rels/slide18.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19.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0.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1.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3.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4.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5.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6.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8.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40.png"/><Relationship Id="rId4" Type="http://schemas.openxmlformats.org/officeDocument/2006/relationships/image" Target="../media/image24.png"/><Relationship Id="rId9" Type="http://schemas.openxmlformats.org/officeDocument/2006/relationships/image" Target="../media/image4.png"/></Relationships>
</file>

<file path=ppt/slides/_rels/slide29.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23.png"/><Relationship Id="rId7"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4.png"/></Relationships>
</file>

<file path=ppt/slides/_rels/slide30.xml.rels><?xml version="1.0" encoding="UTF-8" standalone="yes"?>
<Relationships xmlns="http://schemas.openxmlformats.org/package/2006/relationships"><Relationship Id="rId8" Type="http://schemas.openxmlformats.org/officeDocument/2006/relationships/image" Target="../media/image44.jpeg"/><Relationship Id="rId3" Type="http://schemas.openxmlformats.org/officeDocument/2006/relationships/image" Target="../media/image7.png"/><Relationship Id="rId7" Type="http://schemas.openxmlformats.org/officeDocument/2006/relationships/image" Target="../media/image43.jpeg"/><Relationship Id="rId2" Type="http://schemas.openxmlformats.org/officeDocument/2006/relationships/image" Target="../media/image5.png"/><Relationship Id="rId1" Type="http://schemas.openxmlformats.org/officeDocument/2006/relationships/slideLayout" Target="../slideLayouts/slideLayout6.xml"/><Relationship Id="rId6" Type="http://schemas.openxmlformats.org/officeDocument/2006/relationships/image" Target="../media/image42.sv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8.png"/><Relationship Id="rId9" Type="http://schemas.openxmlformats.org/officeDocument/2006/relationships/image" Target="../media/image45.png"/></Relationships>
</file>

<file path=ppt/slides/_rels/slide31.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svg"/><Relationship Id="rId26" Type="http://schemas.openxmlformats.org/officeDocument/2006/relationships/image" Target="../media/image36.svg"/><Relationship Id="rId3" Type="http://schemas.openxmlformats.org/officeDocument/2006/relationships/image" Target="../media/image14.svg"/><Relationship Id="rId21" Type="http://schemas.openxmlformats.org/officeDocument/2006/relationships/image" Target="../media/image31.png"/><Relationship Id="rId7" Type="http://schemas.openxmlformats.org/officeDocument/2006/relationships/image" Target="../media/image18.svg"/><Relationship Id="rId12" Type="http://schemas.openxmlformats.org/officeDocument/2006/relationships/image" Target="../media/image47.png"/><Relationship Id="rId17" Type="http://schemas.openxmlformats.org/officeDocument/2006/relationships/image" Target="../media/image27.png"/><Relationship Id="rId25" Type="http://schemas.openxmlformats.org/officeDocument/2006/relationships/image" Target="../media/image35.png"/><Relationship Id="rId2" Type="http://schemas.openxmlformats.org/officeDocument/2006/relationships/image" Target="../media/image13.png"/><Relationship Id="rId16" Type="http://schemas.openxmlformats.org/officeDocument/2006/relationships/image" Target="../media/image26.svg"/><Relationship Id="rId20" Type="http://schemas.openxmlformats.org/officeDocument/2006/relationships/image" Target="../media/image30.svg"/><Relationship Id="rId1" Type="http://schemas.openxmlformats.org/officeDocument/2006/relationships/slideLayout" Target="../slideLayouts/slideLayout6.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4.svg"/><Relationship Id="rId5" Type="http://schemas.openxmlformats.org/officeDocument/2006/relationships/image" Target="../media/image16.svg"/><Relationship Id="rId15" Type="http://schemas.openxmlformats.org/officeDocument/2006/relationships/image" Target="../media/image25.png"/><Relationship Id="rId23" Type="http://schemas.openxmlformats.org/officeDocument/2006/relationships/image" Target="../media/image33.png"/><Relationship Id="rId10" Type="http://schemas.openxmlformats.org/officeDocument/2006/relationships/image" Target="../media/image21.png"/><Relationship Id="rId19" Type="http://schemas.openxmlformats.org/officeDocument/2006/relationships/image" Target="../media/image29.pn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4.png"/><Relationship Id="rId22" Type="http://schemas.openxmlformats.org/officeDocument/2006/relationships/image" Target="../media/image32.svg"/></Relationships>
</file>

<file path=ppt/slides/_rels/slide32.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1.png"/><Relationship Id="rId3" Type="http://schemas.openxmlformats.org/officeDocument/2006/relationships/image" Target="../media/image14.svg"/><Relationship Id="rId21" Type="http://schemas.openxmlformats.org/officeDocument/2006/relationships/image" Target="../media/image32.svg"/><Relationship Id="rId7" Type="http://schemas.openxmlformats.org/officeDocument/2006/relationships/image" Target="../media/image18.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2" Type="http://schemas.openxmlformats.org/officeDocument/2006/relationships/image" Target="../media/image13.png"/><Relationship Id="rId16" Type="http://schemas.openxmlformats.org/officeDocument/2006/relationships/image" Target="../media/image27.png"/><Relationship Id="rId20" Type="http://schemas.openxmlformats.org/officeDocument/2006/relationships/image" Target="../media/image31.png"/><Relationship Id="rId29" Type="http://schemas.openxmlformats.org/officeDocument/2006/relationships/image" Target="../media/image48.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svg"/><Relationship Id="rId24" Type="http://schemas.openxmlformats.org/officeDocument/2006/relationships/image" Target="../media/image35.png"/><Relationship Id="rId32" Type="http://schemas.openxmlformats.org/officeDocument/2006/relationships/image" Target="../media/image51.svg"/><Relationship Id="rId5" Type="http://schemas.openxmlformats.org/officeDocument/2006/relationships/image" Target="../media/image16.sv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4.png"/><Relationship Id="rId10" Type="http://schemas.openxmlformats.org/officeDocument/2006/relationships/image" Target="../media/image21.png"/><Relationship Id="rId19" Type="http://schemas.openxmlformats.org/officeDocument/2006/relationships/image" Target="../media/image30.svg"/><Relationship Id="rId31" Type="http://schemas.openxmlformats.org/officeDocument/2006/relationships/image" Target="../media/image50.pn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2.svg"/><Relationship Id="rId30" Type="http://schemas.openxmlformats.org/officeDocument/2006/relationships/image" Target="../media/image49.svg"/></Relationships>
</file>

<file path=ppt/slides/_rels/slide33.xml.rels><?xml version="1.0" encoding="UTF-8" standalone="yes"?>
<Relationships xmlns="http://schemas.openxmlformats.org/package/2006/relationships"><Relationship Id="rId2" Type="http://schemas.openxmlformats.org/officeDocument/2006/relationships/image" Target="../media/image52.jp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46C294-0910-B957-43A6-4A1D08793781}"/>
              </a:ext>
            </a:extLst>
          </p:cNvPr>
          <p:cNvSpPr>
            <a:spLocks noGrp="1"/>
          </p:cNvSpPr>
          <p:nvPr>
            <p:ph type="title"/>
          </p:nvPr>
        </p:nvSpPr>
        <p:spPr/>
        <p:txBody>
          <a:bodyPr/>
          <a:lstStyle/>
          <a:p>
            <a:r>
              <a:rPr kumimoji="1" lang="ja-JP" altLang="en-US" dirty="0"/>
              <a:t>在室確認システム</a:t>
            </a:r>
          </a:p>
        </p:txBody>
      </p:sp>
      <p:sp>
        <p:nvSpPr>
          <p:cNvPr id="3" name="テキスト プレースホルダー 2">
            <a:extLst>
              <a:ext uri="{FF2B5EF4-FFF2-40B4-BE49-F238E27FC236}">
                <a16:creationId xmlns:a16="http://schemas.microsoft.com/office/drawing/2014/main" id="{8EB4BA33-0767-0C08-F871-759813CEEDBB}"/>
              </a:ext>
            </a:extLst>
          </p:cNvPr>
          <p:cNvSpPr>
            <a:spLocks noGrp="1"/>
          </p:cNvSpPr>
          <p:nvPr>
            <p:ph type="body" sz="quarter" idx="13"/>
          </p:nvPr>
        </p:nvSpPr>
        <p:spPr>
          <a:xfrm>
            <a:off x="2464337" y="3754151"/>
            <a:ext cx="4215326" cy="1154112"/>
          </a:xfrm>
        </p:spPr>
        <p:txBody>
          <a:bodyPr/>
          <a:lstStyle/>
          <a:p>
            <a:pPr algn="l"/>
            <a:r>
              <a:rPr lang="ja-JP" altLang="en-US" dirty="0"/>
              <a:t>作成日：</a:t>
            </a:r>
            <a:r>
              <a:rPr lang="en-US" altLang="ja-JP" dirty="0"/>
              <a:t>2025/10/31(</a:t>
            </a:r>
            <a:r>
              <a:rPr lang="ja-JP" altLang="en-US" dirty="0"/>
              <a:t>金</a:t>
            </a:r>
            <a:r>
              <a:rPr lang="en-US" altLang="ja-JP" dirty="0"/>
              <a:t>) </a:t>
            </a:r>
            <a:r>
              <a:rPr lang="ja-JP" altLang="en-US" dirty="0"/>
              <a:t>👻🎃</a:t>
            </a:r>
            <a:endParaRPr lang="en-US" altLang="ja-JP" dirty="0"/>
          </a:p>
          <a:p>
            <a:pPr algn="l"/>
            <a:r>
              <a:rPr kumimoji="1" lang="ja-JP" altLang="en-US" dirty="0"/>
              <a:t>作成者：峰野研究室 修士</a:t>
            </a:r>
            <a:r>
              <a:rPr kumimoji="1" lang="en-US" altLang="ja-JP" dirty="0"/>
              <a:t>2</a:t>
            </a:r>
            <a:r>
              <a:rPr kumimoji="1" lang="ja-JP" altLang="en-US" dirty="0"/>
              <a:t>年 原田海斗</a:t>
            </a:r>
          </a:p>
        </p:txBody>
      </p:sp>
    </p:spTree>
    <p:extLst>
      <p:ext uri="{BB962C8B-B14F-4D97-AF65-F5344CB8AC3E}">
        <p14:creationId xmlns:p14="http://schemas.microsoft.com/office/powerpoint/2010/main" val="1140170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623C297A-AF89-A22F-054E-FE0B8186464E}"/>
              </a:ext>
            </a:extLst>
          </p:cNvPr>
          <p:cNvSpPr/>
          <p:nvPr/>
        </p:nvSpPr>
        <p:spPr>
          <a:xfrm>
            <a:off x="251012" y="926869"/>
            <a:ext cx="8677835" cy="5814591"/>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正方形/長方形 48">
            <a:extLst>
              <a:ext uri="{FF2B5EF4-FFF2-40B4-BE49-F238E27FC236}">
                <a16:creationId xmlns:a16="http://schemas.microsoft.com/office/drawing/2014/main" id="{73F8D51A-CDFC-BD8E-A55C-FAA24AD1659D}"/>
              </a:ext>
            </a:extLst>
          </p:cNvPr>
          <p:cNvSpPr/>
          <p:nvPr/>
        </p:nvSpPr>
        <p:spPr>
          <a:xfrm>
            <a:off x="428626" y="1425388"/>
            <a:ext cx="3017084" cy="5187168"/>
          </a:xfrm>
          <a:prstGeom prst="rect">
            <a:avLst/>
          </a:prstGeom>
          <a:noFill/>
          <a:ln w="28575">
            <a:solidFill>
              <a:schemeClr val="accent6"/>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8D717105-3C86-E19A-2994-81CFE3107C9E}"/>
              </a:ext>
            </a:extLst>
          </p:cNvPr>
          <p:cNvSpPr/>
          <p:nvPr/>
        </p:nvSpPr>
        <p:spPr>
          <a:xfrm>
            <a:off x="5698290" y="1419219"/>
            <a:ext cx="3017084" cy="5187169"/>
          </a:xfrm>
          <a:prstGeom prst="rect">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45" name="グラフィックス 1044">
            <a:extLst>
              <a:ext uri="{FF2B5EF4-FFF2-40B4-BE49-F238E27FC236}">
                <a16:creationId xmlns:a16="http://schemas.microsoft.com/office/drawing/2014/main" id="{749C8ED4-6EF4-1E22-BCDB-E81CEDA77FB1}"/>
              </a:ext>
            </a:extLst>
          </p:cNvPr>
          <p:cNvPicPr>
            <a:picLocks noChangeAspect="1"/>
          </p:cNvPicPr>
          <p:nvPr/>
        </p:nvPicPr>
        <p:blipFill>
          <a:blip r:embed="rId2">
            <a:grayscl/>
            <a:extLst>
              <a:ext uri="{96DAC541-7B7A-43D3-8B79-37D633B846F1}">
                <asvg:svgBlip xmlns:asvg="http://schemas.microsoft.com/office/drawing/2016/SVG/main" r:embed="rId3"/>
              </a:ext>
            </a:extLst>
          </a:blip>
          <a:srcRect l="25148" t="16203" r="25948" b="16205"/>
          <a:stretch/>
        </p:blipFill>
        <p:spPr>
          <a:xfrm rot="16200000">
            <a:off x="1635231" y="2785619"/>
            <a:ext cx="599552" cy="828660"/>
          </a:xfrm>
          <a:prstGeom prst="rect">
            <a:avLst/>
          </a:prstGeom>
        </p:spPr>
      </p:pic>
      <p:pic>
        <p:nvPicPr>
          <p:cNvPr id="1028" name="Picture 4" descr="ふぉとむん on X: &quot;◇今日のイラスト◇ ICカードリーダー(カードスキャナー)のイラストです。 フリー素材としてどうぞお使いください。  最近は使用する機会も増えましたよね。 そえば、やっと地域の特別定額給付金の申込みが開始となったのでオンライン申請しましたー ...">
            <a:extLst>
              <a:ext uri="{FF2B5EF4-FFF2-40B4-BE49-F238E27FC236}">
                <a16:creationId xmlns:a16="http://schemas.microsoft.com/office/drawing/2014/main" id="{4D087432-6C20-BFF7-6E58-F47F44068302}"/>
              </a:ext>
            </a:extLst>
          </p:cNvPr>
          <p:cNvPicPr>
            <a:picLocks noChangeAspect="1"/>
          </p:cNvPicPr>
          <p:nvPr/>
        </p:nvPicPr>
        <p:blipFill rotWithShape="1">
          <a:blip r:embed="rId4">
            <a:extLst>
              <a:ext uri="{28A0092B-C50C-407E-A947-70E740481C1C}">
                <a14:useLocalDpi xmlns:a14="http://schemas.microsoft.com/office/drawing/2010/main" val="0"/>
              </a:ext>
            </a:extLst>
          </a:blip>
          <a:srcRect r="32091"/>
          <a:stretch/>
        </p:blipFill>
        <p:spPr bwMode="auto">
          <a:xfrm>
            <a:off x="735657" y="5191934"/>
            <a:ext cx="801008" cy="1179530"/>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F2704910-3C4B-A8DA-95BF-2AC8B5ED1347}"/>
              </a:ext>
            </a:extLst>
          </p:cNvPr>
          <p:cNvSpPr>
            <a:spLocks noGrp="1"/>
          </p:cNvSpPr>
          <p:nvPr>
            <p:ph type="title"/>
          </p:nvPr>
        </p:nvSpPr>
        <p:spPr/>
        <p:txBody>
          <a:bodyPr/>
          <a:lstStyle/>
          <a:p>
            <a:r>
              <a:rPr kumimoji="1" lang="ja-JP" altLang="en-US" dirty="0"/>
              <a:t>在室確認システムの全体概要</a:t>
            </a:r>
          </a:p>
        </p:txBody>
      </p:sp>
      <p:pic>
        <p:nvPicPr>
          <p:cNvPr id="1026" name="Picture 2" descr="Raspberry icon - Free download on Iconfinder">
            <a:extLst>
              <a:ext uri="{FF2B5EF4-FFF2-40B4-BE49-F238E27FC236}">
                <a16:creationId xmlns:a16="http://schemas.microsoft.com/office/drawing/2014/main" id="{6BBC874A-27DC-5D2B-0DD2-D0BA2C23AD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4538" y="4884237"/>
            <a:ext cx="785261" cy="78526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AWS - inteltank">
            <a:extLst>
              <a:ext uri="{FF2B5EF4-FFF2-40B4-BE49-F238E27FC236}">
                <a16:creationId xmlns:a16="http://schemas.microsoft.com/office/drawing/2014/main" id="{36E72B0E-2B53-8F1E-21EF-5E62FF7BD6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1553" y="4724974"/>
            <a:ext cx="1680894" cy="1103788"/>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Raspberry icon - Free download on Iconfinder">
            <a:extLst>
              <a:ext uri="{FF2B5EF4-FFF2-40B4-BE49-F238E27FC236}">
                <a16:creationId xmlns:a16="http://schemas.microsoft.com/office/drawing/2014/main" id="{828F714D-B004-CA17-C550-E15800682EFA}"/>
              </a:ext>
            </a:extLst>
          </p:cNvPr>
          <p:cNvPicPr>
            <a:picLocks noChangeAspect="1" noChangeArrowheads="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14201" y="4884238"/>
            <a:ext cx="785261" cy="785261"/>
          </a:xfrm>
          <a:prstGeom prst="rect">
            <a:avLst/>
          </a:prstGeom>
          <a:noFill/>
          <a:extLst>
            <a:ext uri="{909E8E84-426E-40DD-AFC4-6F175D3DCCD1}">
              <a14:hiddenFill xmlns:a14="http://schemas.microsoft.com/office/drawing/2010/main">
                <a:solidFill>
                  <a:srgbClr val="FFFFFF"/>
                </a:solidFill>
              </a14:hiddenFill>
            </a:ext>
          </a:extLst>
        </p:spPr>
      </p:pic>
      <p:cxnSp>
        <p:nvCxnSpPr>
          <p:cNvPr id="39" name="Straight Arrow Connector 54" descr="Right pointing horizontal arrow.">
            <a:extLst>
              <a:ext uri="{FF2B5EF4-FFF2-40B4-BE49-F238E27FC236}">
                <a16:creationId xmlns:a16="http://schemas.microsoft.com/office/drawing/2014/main" id="{696A0EFF-6376-3A23-98F8-164B5A361726}"/>
              </a:ext>
            </a:extLst>
          </p:cNvPr>
          <p:cNvCxnSpPr>
            <a:cxnSpLocks/>
            <a:stCxn id="1026" idx="3"/>
            <a:endCxn id="36" idx="1"/>
          </p:cNvCxnSpPr>
          <p:nvPr/>
        </p:nvCxnSpPr>
        <p:spPr>
          <a:xfrm>
            <a:off x="2329799" y="5276868"/>
            <a:ext cx="1401754" cy="0"/>
          </a:xfrm>
          <a:prstGeom prst="straightConnector1">
            <a:avLst/>
          </a:prstGeom>
          <a:ln w="28575">
            <a:solidFill>
              <a:schemeClr val="tx1"/>
            </a:solidFill>
            <a:prstDash val="sysDot"/>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42" name="Straight Arrow Connector 54" descr="Right pointing horizontal arrow.">
            <a:extLst>
              <a:ext uri="{FF2B5EF4-FFF2-40B4-BE49-F238E27FC236}">
                <a16:creationId xmlns:a16="http://schemas.microsoft.com/office/drawing/2014/main" id="{3EDB623B-D6A3-9837-53DC-100FE5C2A1EC}"/>
              </a:ext>
            </a:extLst>
          </p:cNvPr>
          <p:cNvCxnSpPr>
            <a:cxnSpLocks/>
            <a:stCxn id="37" idx="1"/>
            <a:endCxn id="36" idx="3"/>
          </p:cNvCxnSpPr>
          <p:nvPr/>
        </p:nvCxnSpPr>
        <p:spPr>
          <a:xfrm flipH="1" flipV="1">
            <a:off x="5412447" y="5276868"/>
            <a:ext cx="1401754" cy="1"/>
          </a:xfrm>
          <a:prstGeom prst="straightConnector1">
            <a:avLst/>
          </a:prstGeom>
          <a:ln w="28575">
            <a:solidFill>
              <a:schemeClr val="tx1"/>
            </a:solidFill>
            <a:prstDash val="sysDot"/>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46" name="Straight Arrow Connector 54" descr="Right pointing horizontal arrow.">
            <a:extLst>
              <a:ext uri="{FF2B5EF4-FFF2-40B4-BE49-F238E27FC236}">
                <a16:creationId xmlns:a16="http://schemas.microsoft.com/office/drawing/2014/main" id="{4530F948-EF4C-995E-3BB6-4D7A2BD2A73F}"/>
              </a:ext>
            </a:extLst>
          </p:cNvPr>
          <p:cNvCxnSpPr>
            <a:cxnSpLocks/>
            <a:stCxn id="1045" idx="1"/>
          </p:cNvCxnSpPr>
          <p:nvPr/>
        </p:nvCxnSpPr>
        <p:spPr>
          <a:xfrm>
            <a:off x="1935007" y="3499725"/>
            <a:ext cx="0" cy="416618"/>
          </a:xfrm>
          <a:prstGeom prst="straightConnector1">
            <a:avLst/>
          </a:prstGeom>
          <a:ln w="28575">
            <a:solidFill>
              <a:schemeClr val="tx1"/>
            </a:solidFill>
            <a:prstDash val="sysDot"/>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81" name="直線コネクタ 1080">
            <a:extLst>
              <a:ext uri="{FF2B5EF4-FFF2-40B4-BE49-F238E27FC236}">
                <a16:creationId xmlns:a16="http://schemas.microsoft.com/office/drawing/2014/main" id="{85ACF7F3-DEAD-EB04-4F10-CE1431CB0E3F}"/>
              </a:ext>
            </a:extLst>
          </p:cNvPr>
          <p:cNvCxnSpPr>
            <a:cxnSpLocks/>
            <a:stCxn id="59" idx="2"/>
          </p:cNvCxnSpPr>
          <p:nvPr/>
        </p:nvCxnSpPr>
        <p:spPr>
          <a:xfrm flipH="1">
            <a:off x="1935007" y="2728340"/>
            <a:ext cx="1" cy="446660"/>
          </a:xfrm>
          <a:prstGeom prst="line">
            <a:avLst/>
          </a:prstGeom>
          <a:ln w="12700">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59" name="図 58">
            <a:extLst>
              <a:ext uri="{FF2B5EF4-FFF2-40B4-BE49-F238E27FC236}">
                <a16:creationId xmlns:a16="http://schemas.microsoft.com/office/drawing/2014/main" id="{6ED63070-A726-8A62-521A-2F553C5E523B}"/>
              </a:ext>
            </a:extLst>
          </p:cNvPr>
          <p:cNvPicPr>
            <a:picLocks noChangeAspect="1"/>
          </p:cNvPicPr>
          <p:nvPr/>
        </p:nvPicPr>
        <p:blipFill>
          <a:blip r:embed="rId7"/>
          <a:srcRect l="4807" t="7524" r="4969" b="2770"/>
          <a:stretch/>
        </p:blipFill>
        <p:spPr>
          <a:xfrm>
            <a:off x="735656" y="1629366"/>
            <a:ext cx="2398704" cy="1098974"/>
          </a:xfrm>
          <a:prstGeom prst="rect">
            <a:avLst/>
          </a:prstGeom>
          <a:ln w="12700">
            <a:solidFill>
              <a:schemeClr val="tx1"/>
            </a:solidFill>
          </a:ln>
        </p:spPr>
      </p:pic>
      <p:grpSp>
        <p:nvGrpSpPr>
          <p:cNvPr id="1094" name="グループ化 1093">
            <a:extLst>
              <a:ext uri="{FF2B5EF4-FFF2-40B4-BE49-F238E27FC236}">
                <a16:creationId xmlns:a16="http://schemas.microsoft.com/office/drawing/2014/main" id="{D01058D3-A29B-5965-DBB4-08E80A5762A4}"/>
              </a:ext>
            </a:extLst>
          </p:cNvPr>
          <p:cNvGrpSpPr/>
          <p:nvPr/>
        </p:nvGrpSpPr>
        <p:grpSpPr>
          <a:xfrm>
            <a:off x="960199" y="3916343"/>
            <a:ext cx="1949618" cy="392714"/>
            <a:chOff x="960199" y="3858549"/>
            <a:chExt cx="1949618" cy="392714"/>
          </a:xfrm>
        </p:grpSpPr>
        <p:pic>
          <p:nvPicPr>
            <p:cNvPr id="56" name="Picture 10">
              <a:extLst>
                <a:ext uri="{FF2B5EF4-FFF2-40B4-BE49-F238E27FC236}">
                  <a16:creationId xmlns:a16="http://schemas.microsoft.com/office/drawing/2014/main" id="{3CFC9ECA-0992-451F-DA55-887B2767DFF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0199" y="3858549"/>
              <a:ext cx="441076" cy="392714"/>
            </a:xfrm>
            <a:prstGeom prst="rect">
              <a:avLst/>
            </a:prstGeom>
            <a:noFill/>
            <a:extLst>
              <a:ext uri="{909E8E84-426E-40DD-AFC4-6F175D3DCCD1}">
                <a14:hiddenFill xmlns:a14="http://schemas.microsoft.com/office/drawing/2010/main">
                  <a:solidFill>
                    <a:srgbClr val="FFFFFF"/>
                  </a:solidFill>
                </a14:hiddenFill>
              </a:ext>
            </a:extLst>
          </p:spPr>
        </p:pic>
        <p:sp>
          <p:nvSpPr>
            <p:cNvPr id="1039" name="テキスト ボックス 1038">
              <a:extLst>
                <a:ext uri="{FF2B5EF4-FFF2-40B4-BE49-F238E27FC236}">
                  <a16:creationId xmlns:a16="http://schemas.microsoft.com/office/drawing/2014/main" id="{2FAAC6DB-7961-9682-6833-01DEA01D4251}"/>
                </a:ext>
              </a:extLst>
            </p:cNvPr>
            <p:cNvSpPr txBox="1"/>
            <p:nvPr/>
          </p:nvSpPr>
          <p:spPr>
            <a:xfrm>
              <a:off x="1392851" y="3909512"/>
              <a:ext cx="1516966" cy="307777"/>
            </a:xfrm>
            <a:prstGeom prst="rect">
              <a:avLst/>
            </a:prstGeom>
            <a:noFill/>
          </p:spPr>
          <p:txBody>
            <a:bodyPr wrap="square" rtlCol="0">
              <a:spAutoFit/>
            </a:bodyPr>
            <a:lstStyle/>
            <a:p>
              <a:r>
                <a:rPr kumimoji="1" lang="en-US" altLang="ja-JP" sz="1400" dirty="0"/>
                <a:t>localhost:3000</a:t>
              </a:r>
              <a:endParaRPr kumimoji="1" lang="ja-JP" altLang="en-US" sz="1400" dirty="0"/>
            </a:p>
          </p:txBody>
        </p:sp>
      </p:grpSp>
      <p:grpSp>
        <p:nvGrpSpPr>
          <p:cNvPr id="1097" name="グループ化 1096">
            <a:extLst>
              <a:ext uri="{FF2B5EF4-FFF2-40B4-BE49-F238E27FC236}">
                <a16:creationId xmlns:a16="http://schemas.microsoft.com/office/drawing/2014/main" id="{B29FC348-CCFD-8425-0DFF-0AE863200389}"/>
              </a:ext>
            </a:extLst>
          </p:cNvPr>
          <p:cNvGrpSpPr/>
          <p:nvPr/>
        </p:nvGrpSpPr>
        <p:grpSpPr>
          <a:xfrm>
            <a:off x="960199" y="4397705"/>
            <a:ext cx="1949617" cy="441076"/>
            <a:chOff x="960199" y="4393492"/>
            <a:chExt cx="1949617" cy="441076"/>
          </a:xfrm>
        </p:grpSpPr>
        <p:pic>
          <p:nvPicPr>
            <p:cNvPr id="1084" name="Picture 12" descr="FastAPI · GitHub">
              <a:extLst>
                <a:ext uri="{FF2B5EF4-FFF2-40B4-BE49-F238E27FC236}">
                  <a16:creationId xmlns:a16="http://schemas.microsoft.com/office/drawing/2014/main" id="{C1912C11-C02C-CBE6-AE9B-3565D2FE07B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60199" y="4393492"/>
              <a:ext cx="441076" cy="441076"/>
            </a:xfrm>
            <a:prstGeom prst="rect">
              <a:avLst/>
            </a:prstGeom>
            <a:noFill/>
            <a:extLst>
              <a:ext uri="{909E8E84-426E-40DD-AFC4-6F175D3DCCD1}">
                <a14:hiddenFill xmlns:a14="http://schemas.microsoft.com/office/drawing/2010/main">
                  <a:solidFill>
                    <a:srgbClr val="FFFFFF"/>
                  </a:solidFill>
                </a14:hiddenFill>
              </a:ext>
            </a:extLst>
          </p:spPr>
        </p:pic>
        <p:sp>
          <p:nvSpPr>
            <p:cNvPr id="1085" name="テキスト ボックス 1084">
              <a:extLst>
                <a:ext uri="{FF2B5EF4-FFF2-40B4-BE49-F238E27FC236}">
                  <a16:creationId xmlns:a16="http://schemas.microsoft.com/office/drawing/2014/main" id="{82336995-DBA5-E564-CD73-E161160A5F39}"/>
                </a:ext>
              </a:extLst>
            </p:cNvPr>
            <p:cNvSpPr txBox="1"/>
            <p:nvPr/>
          </p:nvSpPr>
          <p:spPr>
            <a:xfrm>
              <a:off x="1392850" y="4475677"/>
              <a:ext cx="1516966" cy="307777"/>
            </a:xfrm>
            <a:prstGeom prst="rect">
              <a:avLst/>
            </a:prstGeom>
            <a:noFill/>
          </p:spPr>
          <p:txBody>
            <a:bodyPr wrap="square" rtlCol="0">
              <a:spAutoFit/>
            </a:bodyPr>
            <a:lstStyle/>
            <a:p>
              <a:r>
                <a:rPr kumimoji="1" lang="en-US" altLang="ja-JP" sz="1400" dirty="0"/>
                <a:t>localhost:8000</a:t>
              </a:r>
              <a:endParaRPr kumimoji="1" lang="ja-JP" altLang="en-US" sz="1400" dirty="0"/>
            </a:p>
          </p:txBody>
        </p:sp>
      </p:grpSp>
      <p:sp>
        <p:nvSpPr>
          <p:cNvPr id="1089" name="テキスト ボックス 1088">
            <a:extLst>
              <a:ext uri="{FF2B5EF4-FFF2-40B4-BE49-F238E27FC236}">
                <a16:creationId xmlns:a16="http://schemas.microsoft.com/office/drawing/2014/main" id="{89E366C3-3F10-1192-67FC-F01CAE713BAE}"/>
              </a:ext>
            </a:extLst>
          </p:cNvPr>
          <p:cNvSpPr txBox="1"/>
          <p:nvPr/>
        </p:nvSpPr>
        <p:spPr>
          <a:xfrm>
            <a:off x="774601" y="1049887"/>
            <a:ext cx="2320811" cy="369332"/>
          </a:xfrm>
          <a:prstGeom prst="rect">
            <a:avLst/>
          </a:prstGeom>
          <a:noFill/>
        </p:spPr>
        <p:txBody>
          <a:bodyPr wrap="square" rtlCol="0">
            <a:spAutoFit/>
          </a:bodyPr>
          <a:lstStyle/>
          <a:p>
            <a:pPr algn="ctr"/>
            <a:r>
              <a:rPr lang="ja-JP" altLang="en-US" dirty="0">
                <a:solidFill>
                  <a:schemeClr val="accent6"/>
                </a:solidFill>
              </a:rPr>
              <a:t>学生部屋（</a:t>
            </a:r>
            <a:r>
              <a:rPr lang="en-US" altLang="ja-JP" dirty="0">
                <a:solidFill>
                  <a:schemeClr val="accent6"/>
                </a:solidFill>
              </a:rPr>
              <a:t>J1401</a:t>
            </a:r>
            <a:r>
              <a:rPr lang="ja-JP" altLang="en-US" dirty="0">
                <a:solidFill>
                  <a:schemeClr val="accent6"/>
                </a:solidFill>
              </a:rPr>
              <a:t>）</a:t>
            </a:r>
            <a:endParaRPr kumimoji="1" lang="ja-JP" altLang="en-US" dirty="0">
              <a:solidFill>
                <a:schemeClr val="accent6"/>
              </a:solidFill>
            </a:endParaRPr>
          </a:p>
        </p:txBody>
      </p:sp>
      <p:sp>
        <p:nvSpPr>
          <p:cNvPr id="1090" name="テキスト ボックス 1089">
            <a:extLst>
              <a:ext uri="{FF2B5EF4-FFF2-40B4-BE49-F238E27FC236}">
                <a16:creationId xmlns:a16="http://schemas.microsoft.com/office/drawing/2014/main" id="{FA7EB404-A6A6-6F04-0C85-8EE671D686B7}"/>
              </a:ext>
            </a:extLst>
          </p:cNvPr>
          <p:cNvSpPr txBox="1"/>
          <p:nvPr/>
        </p:nvSpPr>
        <p:spPr>
          <a:xfrm>
            <a:off x="6048590" y="1049887"/>
            <a:ext cx="2320811" cy="369332"/>
          </a:xfrm>
          <a:prstGeom prst="rect">
            <a:avLst/>
          </a:prstGeom>
          <a:noFill/>
        </p:spPr>
        <p:txBody>
          <a:bodyPr wrap="square" rtlCol="0">
            <a:spAutoFit/>
          </a:bodyPr>
          <a:lstStyle/>
          <a:p>
            <a:pPr algn="ctr"/>
            <a:r>
              <a:rPr lang="ja-JP" altLang="en-US" dirty="0">
                <a:solidFill>
                  <a:schemeClr val="accent1"/>
                </a:solidFill>
              </a:rPr>
              <a:t>教員</a:t>
            </a:r>
            <a:r>
              <a:rPr kumimoji="1" lang="ja-JP" altLang="en-US" dirty="0">
                <a:solidFill>
                  <a:schemeClr val="accent1"/>
                </a:solidFill>
              </a:rPr>
              <a:t>部屋（</a:t>
            </a:r>
            <a:r>
              <a:rPr kumimoji="1" lang="en-US" altLang="ja-JP" dirty="0">
                <a:solidFill>
                  <a:schemeClr val="accent1"/>
                </a:solidFill>
              </a:rPr>
              <a:t>J1404</a:t>
            </a:r>
            <a:r>
              <a:rPr kumimoji="1" lang="ja-JP" altLang="en-US" dirty="0">
                <a:solidFill>
                  <a:schemeClr val="accent1"/>
                </a:solidFill>
              </a:rPr>
              <a:t>）</a:t>
            </a:r>
          </a:p>
        </p:txBody>
      </p:sp>
      <p:pic>
        <p:nvPicPr>
          <p:cNvPr id="1099" name="グラフィックス 1098">
            <a:extLst>
              <a:ext uri="{FF2B5EF4-FFF2-40B4-BE49-F238E27FC236}">
                <a16:creationId xmlns:a16="http://schemas.microsoft.com/office/drawing/2014/main" id="{63F56EA9-F6B4-7C61-DB2E-AC5C183442A9}"/>
              </a:ext>
            </a:extLst>
          </p:cNvPr>
          <p:cNvPicPr>
            <a:picLocks noChangeAspect="1"/>
          </p:cNvPicPr>
          <p:nvPr/>
        </p:nvPicPr>
        <p:blipFill>
          <a:blip r:embed="rId2">
            <a:grayscl/>
            <a:extLst>
              <a:ext uri="{96DAC541-7B7A-43D3-8B79-37D633B846F1}">
                <asvg:svgBlip xmlns:asvg="http://schemas.microsoft.com/office/drawing/2016/SVG/main" r:embed="rId3"/>
              </a:ext>
            </a:extLst>
          </a:blip>
          <a:srcRect l="25148" t="16203" r="25948" b="16205"/>
          <a:stretch/>
        </p:blipFill>
        <p:spPr>
          <a:xfrm>
            <a:off x="6916783" y="3720309"/>
            <a:ext cx="580096" cy="801769"/>
          </a:xfrm>
          <a:prstGeom prst="rect">
            <a:avLst/>
          </a:prstGeom>
        </p:spPr>
      </p:pic>
      <p:cxnSp>
        <p:nvCxnSpPr>
          <p:cNvPr id="1102" name="Straight Arrow Connector 100">
            <a:extLst>
              <a:ext uri="{FF2B5EF4-FFF2-40B4-BE49-F238E27FC236}">
                <a16:creationId xmlns:a16="http://schemas.microsoft.com/office/drawing/2014/main" id="{536F6519-630D-48D6-ACCE-AC5CA6090AD1}"/>
              </a:ext>
            </a:extLst>
          </p:cNvPr>
          <p:cNvCxnSpPr>
            <a:cxnSpLocks/>
            <a:stCxn id="1099" idx="2"/>
            <a:endCxn id="37" idx="0"/>
          </p:cNvCxnSpPr>
          <p:nvPr/>
        </p:nvCxnSpPr>
        <p:spPr>
          <a:xfrm>
            <a:off x="7206831" y="4522078"/>
            <a:ext cx="1" cy="362160"/>
          </a:xfrm>
          <a:prstGeom prst="straightConnector1">
            <a:avLst/>
          </a:prstGeom>
          <a:ln w="28575">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1106" name="テキスト ボックス 1105">
            <a:extLst>
              <a:ext uri="{FF2B5EF4-FFF2-40B4-BE49-F238E27FC236}">
                <a16:creationId xmlns:a16="http://schemas.microsoft.com/office/drawing/2014/main" id="{1A6342FF-50EF-130D-FC47-C3CF862576D4}"/>
              </a:ext>
            </a:extLst>
          </p:cNvPr>
          <p:cNvSpPr txBox="1"/>
          <p:nvPr/>
        </p:nvSpPr>
        <p:spPr>
          <a:xfrm>
            <a:off x="1855813" y="3566189"/>
            <a:ext cx="654539" cy="261610"/>
          </a:xfrm>
          <a:prstGeom prst="rect">
            <a:avLst/>
          </a:prstGeom>
          <a:noFill/>
        </p:spPr>
        <p:txBody>
          <a:bodyPr wrap="square" rtlCol="0">
            <a:spAutoFit/>
          </a:bodyPr>
          <a:lstStyle/>
          <a:p>
            <a:pPr algn="ctr"/>
            <a:r>
              <a:rPr lang="en-US" altLang="ja-JP" sz="1050" dirty="0"/>
              <a:t>HTTP</a:t>
            </a:r>
            <a:endParaRPr kumimoji="1" lang="ja-JP" altLang="en-US" sz="1050" dirty="0"/>
          </a:p>
        </p:txBody>
      </p:sp>
      <p:sp>
        <p:nvSpPr>
          <p:cNvPr id="1112" name="テキスト ボックス 1111">
            <a:extLst>
              <a:ext uri="{FF2B5EF4-FFF2-40B4-BE49-F238E27FC236}">
                <a16:creationId xmlns:a16="http://schemas.microsoft.com/office/drawing/2014/main" id="{2060FCA5-249D-8E2C-ABAE-CE9DAE63D22F}"/>
              </a:ext>
            </a:extLst>
          </p:cNvPr>
          <p:cNvSpPr txBox="1"/>
          <p:nvPr/>
        </p:nvSpPr>
        <p:spPr>
          <a:xfrm>
            <a:off x="5629113" y="5038808"/>
            <a:ext cx="1220398" cy="261610"/>
          </a:xfrm>
          <a:prstGeom prst="rect">
            <a:avLst/>
          </a:prstGeom>
          <a:noFill/>
        </p:spPr>
        <p:txBody>
          <a:bodyPr wrap="square" rtlCol="0">
            <a:spAutoFit/>
          </a:bodyPr>
          <a:lstStyle/>
          <a:p>
            <a:pPr algn="ctr"/>
            <a:r>
              <a:rPr kumimoji="1" lang="en-US" altLang="ja-JP" sz="1050" dirty="0"/>
              <a:t>HTTP</a:t>
            </a:r>
            <a:r>
              <a:rPr lang="en-US" altLang="ja-JP" sz="1050" dirty="0"/>
              <a:t>/</a:t>
            </a:r>
            <a:r>
              <a:rPr kumimoji="1" lang="en-US" altLang="ja-JP" sz="1050" dirty="0"/>
              <a:t>HTTPS</a:t>
            </a:r>
            <a:endParaRPr kumimoji="1" lang="ja-JP" altLang="en-US" sz="1050" dirty="0"/>
          </a:p>
        </p:txBody>
      </p:sp>
      <p:cxnSp>
        <p:nvCxnSpPr>
          <p:cNvPr id="1113" name="直線コネクタ 1112">
            <a:extLst>
              <a:ext uri="{FF2B5EF4-FFF2-40B4-BE49-F238E27FC236}">
                <a16:creationId xmlns:a16="http://schemas.microsoft.com/office/drawing/2014/main" id="{38D2DDC0-D10E-93F5-0857-893091588C4A}"/>
              </a:ext>
            </a:extLst>
          </p:cNvPr>
          <p:cNvCxnSpPr>
            <a:cxnSpLocks/>
          </p:cNvCxnSpPr>
          <p:nvPr/>
        </p:nvCxnSpPr>
        <p:spPr>
          <a:xfrm>
            <a:off x="7496879" y="2178761"/>
            <a:ext cx="0" cy="1099158"/>
          </a:xfrm>
          <a:prstGeom prst="line">
            <a:avLst/>
          </a:prstGeom>
          <a:ln w="12700">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1122" name="図 1121">
            <a:extLst>
              <a:ext uri="{FF2B5EF4-FFF2-40B4-BE49-F238E27FC236}">
                <a16:creationId xmlns:a16="http://schemas.microsoft.com/office/drawing/2014/main" id="{D63DBE40-839B-63E4-6E63-82C23E2F60AD}"/>
              </a:ext>
            </a:extLst>
          </p:cNvPr>
          <p:cNvPicPr>
            <a:picLocks noChangeAspect="1"/>
          </p:cNvPicPr>
          <p:nvPr/>
        </p:nvPicPr>
        <p:blipFill>
          <a:blip r:embed="rId10"/>
          <a:srcRect b="23781"/>
          <a:stretch/>
        </p:blipFill>
        <p:spPr>
          <a:xfrm>
            <a:off x="5959167" y="1629366"/>
            <a:ext cx="2495328" cy="1870359"/>
          </a:xfrm>
          <a:prstGeom prst="rect">
            <a:avLst/>
          </a:prstGeom>
          <a:ln w="12700">
            <a:solidFill>
              <a:schemeClr val="tx1"/>
            </a:solidFill>
          </a:ln>
        </p:spPr>
      </p:pic>
      <p:cxnSp>
        <p:nvCxnSpPr>
          <p:cNvPr id="1123" name="直線コネクタ 1122">
            <a:extLst>
              <a:ext uri="{FF2B5EF4-FFF2-40B4-BE49-F238E27FC236}">
                <a16:creationId xmlns:a16="http://schemas.microsoft.com/office/drawing/2014/main" id="{19847323-FBB9-72EF-5CA6-14C0CE52B245}"/>
              </a:ext>
            </a:extLst>
          </p:cNvPr>
          <p:cNvCxnSpPr>
            <a:cxnSpLocks/>
            <a:stCxn id="1122" idx="2"/>
          </p:cNvCxnSpPr>
          <p:nvPr/>
        </p:nvCxnSpPr>
        <p:spPr>
          <a:xfrm flipH="1">
            <a:off x="7206830" y="3499725"/>
            <a:ext cx="1" cy="629444"/>
          </a:xfrm>
          <a:prstGeom prst="line">
            <a:avLst/>
          </a:prstGeom>
          <a:ln w="12700">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1132" name="グラフィックス 1131">
            <a:extLst>
              <a:ext uri="{FF2B5EF4-FFF2-40B4-BE49-F238E27FC236}">
                <a16:creationId xmlns:a16="http://schemas.microsoft.com/office/drawing/2014/main" id="{613EB1D5-9815-3C17-9680-0FD728B296CD}"/>
              </a:ext>
            </a:extLst>
          </p:cNvPr>
          <p:cNvPicPr>
            <a:picLocks noChangeAspect="1"/>
          </p:cNvPicPr>
          <p:nvPr/>
        </p:nvPicPr>
        <p:blipFill>
          <a:blip r:embed="rId11">
            <a:duotone>
              <a:prstClr val="black"/>
              <a:schemeClr val="tx2">
                <a:tint val="45000"/>
                <a:satMod val="400000"/>
              </a:schemeClr>
            </a:duotone>
            <a:extLst>
              <a:ext uri="{96DAC541-7B7A-43D3-8B79-37D633B846F1}">
                <asvg:svgBlip xmlns:asvg="http://schemas.microsoft.com/office/drawing/2016/SVG/main" r:embed="rId12"/>
              </a:ext>
            </a:extLst>
          </a:blip>
          <a:srcRect l="7610" t="15310" r="7485" b="13107"/>
          <a:stretch/>
        </p:blipFill>
        <p:spPr>
          <a:xfrm>
            <a:off x="564024" y="5669498"/>
            <a:ext cx="792350" cy="503807"/>
          </a:xfrm>
          <a:prstGeom prst="rect">
            <a:avLst/>
          </a:prstGeom>
        </p:spPr>
      </p:pic>
      <p:pic>
        <p:nvPicPr>
          <p:cNvPr id="8" name="図 7">
            <a:extLst>
              <a:ext uri="{FF2B5EF4-FFF2-40B4-BE49-F238E27FC236}">
                <a16:creationId xmlns:a16="http://schemas.microsoft.com/office/drawing/2014/main" id="{B64C5208-DD54-AD2F-2410-54B3BA3209E2}"/>
              </a:ext>
            </a:extLst>
          </p:cNvPr>
          <p:cNvPicPr>
            <a:picLocks noChangeAspect="1"/>
          </p:cNvPicPr>
          <p:nvPr/>
        </p:nvPicPr>
        <p:blipFill>
          <a:blip r:embed="rId13">
            <a:extLst>
              <a:ext uri="{BEBA8EAE-BF5A-486C-A8C5-ECC9F3942E4B}">
                <a14:imgProps xmlns:a14="http://schemas.microsoft.com/office/drawing/2010/main">
                  <a14:imgLayer r:embed="rId14">
                    <a14:imgEffect>
                      <a14:artisticBlur/>
                    </a14:imgEffect>
                  </a14:imgLayer>
                </a14:imgProps>
              </a:ext>
            </a:extLst>
          </a:blip>
          <a:stretch>
            <a:fillRect/>
          </a:stretch>
        </p:blipFill>
        <p:spPr>
          <a:xfrm>
            <a:off x="6541223" y="2056747"/>
            <a:ext cx="682834" cy="1447203"/>
          </a:xfrm>
          <a:prstGeom prst="rect">
            <a:avLst/>
          </a:prstGeom>
        </p:spPr>
      </p:pic>
    </p:spTree>
    <p:extLst>
      <p:ext uri="{BB962C8B-B14F-4D97-AF65-F5344CB8AC3E}">
        <p14:creationId xmlns:p14="http://schemas.microsoft.com/office/powerpoint/2010/main" val="1866671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33DF9-3297-7C91-BA3A-1E5A0443CE5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2693F2-5D9C-40DA-A166-F3A322ED37D8}"/>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8DC924C9-669C-F92A-688F-F2D4B276744D}"/>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3F5E881D-2B10-70C7-0B66-DF3A3DA31AAF}"/>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04531B46-7751-947C-CA0A-66DE65DD8921}"/>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4FDE012B-689B-0ECA-EF91-5355F7C253E0}"/>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F62B9033-29DA-58E2-A71A-B59B8DBD93E4}"/>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74B0D021-A6F8-3349-AADF-E238A4042D8A}"/>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00C29972-DAB9-0A7E-20B9-39726D581E92}"/>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AC14B52A-44CA-3FE4-5A9E-36FCB8628D66}"/>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C54F5953-82BB-4772-CC4F-169328640C62}"/>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950440B8-9491-0059-7201-7B1C3C6A7B56}"/>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B5ED22EC-DC7B-9E9D-CF37-81C8704EDDA9}"/>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61C36C76-C12E-70B6-EBB8-671962748CEB}"/>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A53B5D33-3005-EDDB-4319-C0BF7401A54F}"/>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B124E8E3-D9DD-A910-4051-9BDE19579823}"/>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D1C1F640-CEAC-E200-C42B-91502CD361C2}"/>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5AAEF0E9-A72A-C3DB-053A-97AFB3B9DB25}"/>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A2E2AE00-DA74-ABD4-A0F3-C820078C48CB}"/>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B2AA5A06-FC8C-9889-F3CF-15008AED326A}"/>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E89647E1-091E-33A9-C584-D59DA7A97F80}"/>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52B56DD4-A708-47A1-51AD-E5BD4CC7AD47}"/>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F2C214B5-6294-1C32-8C66-4FF47CC0D914}"/>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AC89B125-0AD6-0833-1AF1-260E176FC9E7}"/>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59ACEC97-C99F-A720-8E72-2CAD0D7FAD75}"/>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60AF453E-5743-013B-BEB4-7BB4FB87FCF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52A07318-D166-CE0C-2B5E-2B637A85E97E}"/>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5EC4406B-AD0A-2AB4-A762-81309FFBC305}"/>
              </a:ext>
            </a:extLst>
          </p:cNvPr>
          <p:cNvGrpSpPr/>
          <p:nvPr/>
        </p:nvGrpSpPr>
        <p:grpSpPr>
          <a:xfrm>
            <a:off x="5655352"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F4F7D78C-038B-9D87-F561-FF222FBB5A49}"/>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D0305071-D1B0-7F5B-0C92-2CDFAA2E571F}"/>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A9C4393A-E653-89D6-ABA8-69C580FE0648}"/>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6FE0BDA6-3B9F-3217-564C-A8CFBC3F7356}"/>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E9DFF562-8FD2-46EE-1AF6-0C5E798FE4AD}"/>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BB87084B-2608-5061-8ACF-F8C00C0FD0C3}"/>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F132B1DF-ABFB-5957-BDC6-E46619E72670}"/>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465B46C5-D464-936F-18CE-BF0B766679D9}"/>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0A119411-8945-64F0-F54C-B0ED359D132A}"/>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A2520085-3C5A-8174-59D2-CD706FE2EDB8}"/>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623A9FEE-06BC-6C48-E3E5-695BB54597B7}"/>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E369D744-73D6-0D9E-64DD-82D8BCE77C50}"/>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97FC1AED-9F55-362A-BECC-54A4EBC00E08}"/>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3A79DF2E-C947-1B54-BAB8-A7C52D96D4E8}"/>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CB24C8C9-D30F-2B89-7F27-1683232F48CD}"/>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EFD49B79-8BB1-FCF8-2F20-5C08B777EA2B}"/>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1F4D6EDA-041B-B0C7-A2B0-D9426B672888}"/>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CAA41797-132C-1E4F-2A91-8E92720D3A87}"/>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2DF6A313-594F-76F8-211C-0704AC0CA016}"/>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1A59B4EC-4312-95C7-E3E8-D0560257A452}"/>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0894C11B-8DC9-3D60-089C-DF40735DB315}"/>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766AE2D0-5525-BEBF-9A0A-507E72A39CE8}"/>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F7FC28A0-AA41-C254-7250-A224989A693F}"/>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70E2A965-5423-63AD-D4B2-5DE8B5EA17C3}"/>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73E88B79-B6D0-6C2A-8ACF-0978851B20C3}"/>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F43FAF96-CB1B-A995-EBF3-62CC9D94FAE3}"/>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042395" y="5874413"/>
            <a:ext cx="599552" cy="828660"/>
          </a:xfrm>
          <a:prstGeom prst="rect">
            <a:avLst/>
          </a:prstGeom>
        </p:spPr>
      </p:pic>
      <p:cxnSp>
        <p:nvCxnSpPr>
          <p:cNvPr id="325" name="Straight Arrow Connector 52" descr="Double pointing horizontal arrow.">
            <a:extLst>
              <a:ext uri="{FF2B5EF4-FFF2-40B4-BE49-F238E27FC236}">
                <a16:creationId xmlns:a16="http://schemas.microsoft.com/office/drawing/2014/main" id="{FD325954-A377-48BB-CE89-E57CCCFD34DE}"/>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29" name="Straight Arrow Connector 52" descr="Double pointing horizontal arrow.">
            <a:extLst>
              <a:ext uri="{FF2B5EF4-FFF2-40B4-BE49-F238E27FC236}">
                <a16:creationId xmlns:a16="http://schemas.microsoft.com/office/drawing/2014/main" id="{3416490B-D9A1-730E-B4B6-152D9CE8634F}"/>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2" name="Straight Arrow Connector 52" descr="Double pointing horizontal arrow.">
            <a:extLst>
              <a:ext uri="{FF2B5EF4-FFF2-40B4-BE49-F238E27FC236}">
                <a16:creationId xmlns:a16="http://schemas.microsoft.com/office/drawing/2014/main" id="{CA2AE9FB-51F7-4C8D-7E92-0A89E84499E2}"/>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57BC2BA1-7E36-2DEA-1F96-8453E538DF55}"/>
              </a:ext>
            </a:extLst>
          </p:cNvPr>
          <p:cNvCxnSpPr>
            <a:cxnSpLocks/>
            <a:stCxn id="282" idx="0"/>
            <a:endCxn id="295" idx="2"/>
          </p:cNvCxnSpPr>
          <p:nvPr/>
        </p:nvCxnSpPr>
        <p:spPr>
          <a:xfrm flipV="1">
            <a:off x="6257001"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E4BFA317-9EFF-38C7-1BE7-DDF2BBB0C61C}"/>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6D0F3D30-2E57-A04C-D130-1A19703806E2}"/>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D7489146-6D47-2A82-BAC6-4BCCD8453C1A}"/>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6B38A649-6AA6-8391-343B-F16AA0B25180}"/>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E9B9DC85-08E6-54ED-8DD9-7AB2878404E1}"/>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cxnSp>
        <p:nvCxnSpPr>
          <p:cNvPr id="351" name="Straight Arrow Connector 52" descr="Double pointing horizontal arrow.">
            <a:extLst>
              <a:ext uri="{FF2B5EF4-FFF2-40B4-BE49-F238E27FC236}">
                <a16:creationId xmlns:a16="http://schemas.microsoft.com/office/drawing/2014/main" id="{C8F397F2-A5B1-0401-FED5-71E9B40E9B99}"/>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55E881CD-63B4-E391-279D-63349DE252BB}"/>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grpSp>
        <p:nvGrpSpPr>
          <p:cNvPr id="361" name="グループ化 360">
            <a:extLst>
              <a:ext uri="{FF2B5EF4-FFF2-40B4-BE49-F238E27FC236}">
                <a16:creationId xmlns:a16="http://schemas.microsoft.com/office/drawing/2014/main" id="{8493AE3E-3497-C0A6-1813-45251AF94D31}"/>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793F50A0-8628-C49C-56E1-CB9E7C50DAF5}"/>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13E5B3A3-8EF6-E6C0-BCDD-534BAF4A5607}"/>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B6F6D52C-9561-25B0-DE21-B6DB89876E61}"/>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AAE1EF44-4DF8-E384-C7E5-32E9E9DA7E77}"/>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1A7165CE-1F4B-6D38-D41D-43DCC3BD720E}"/>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1EFEFE9C-67F2-AF26-0C75-3F7B9BF2DBD4}"/>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BCE82016-FF41-DD46-0EC2-7775B7A55023}"/>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CFBAF1E6-30A8-68F2-9863-BD1D1FD785DC}"/>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9B171FB2-7B4D-DA08-2F63-0066A706D390}"/>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0A75B87F-D1BC-27A5-7078-A61F3F462904}"/>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401" name="正方形/長方形 400">
            <a:extLst>
              <a:ext uri="{FF2B5EF4-FFF2-40B4-BE49-F238E27FC236}">
                <a16:creationId xmlns:a16="http://schemas.microsoft.com/office/drawing/2014/main" id="{B601A353-D575-1750-F720-D6382D522EA2}"/>
              </a:ext>
            </a:extLst>
          </p:cNvPr>
          <p:cNvSpPr/>
          <p:nvPr/>
        </p:nvSpPr>
        <p:spPr>
          <a:xfrm>
            <a:off x="3522240" y="926869"/>
            <a:ext cx="4831584" cy="5828334"/>
          </a:xfrm>
          <a:prstGeom prst="rect">
            <a:avLst/>
          </a:prstGeom>
          <a:solidFill>
            <a:srgbClr val="FFFFFF"/>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2" name="Picture 4" descr="AWS - inteltank">
            <a:extLst>
              <a:ext uri="{FF2B5EF4-FFF2-40B4-BE49-F238E27FC236}">
                <a16:creationId xmlns:a16="http://schemas.microsoft.com/office/drawing/2014/main" id="{781E5122-B6AF-BCC3-A043-7783B685FFF4}"/>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4836946" y="3069170"/>
            <a:ext cx="2211582" cy="145227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Raspberry icon - Free download on Iconfinder">
            <a:extLst>
              <a:ext uri="{FF2B5EF4-FFF2-40B4-BE49-F238E27FC236}">
                <a16:creationId xmlns:a16="http://schemas.microsoft.com/office/drawing/2014/main" id="{645308C2-C6EA-1886-D905-3EC36D26E261}"/>
              </a:ext>
            </a:extLst>
          </p:cNvPr>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Raspberry icon - Free download on Iconfinder">
            <a:extLst>
              <a:ext uri="{FF2B5EF4-FFF2-40B4-BE49-F238E27FC236}">
                <a16:creationId xmlns:a16="http://schemas.microsoft.com/office/drawing/2014/main" id="{44F427AD-5C09-3394-05E0-039ED421CF92}"/>
              </a:ext>
            </a:extLst>
          </p:cNvPr>
          <p:cNvPicPr>
            <a:picLocks noChangeAspect="1" noChangeArrowheads="1"/>
          </p:cNvPicPr>
          <p:nvPr/>
        </p:nvPicPr>
        <p:blipFill>
          <a:blip r:embed="rId29">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409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2AF519-C428-C06A-9302-9AC44AE52B71}"/>
              </a:ext>
            </a:extLst>
          </p:cNvPr>
          <p:cNvSpPr>
            <a:spLocks noGrp="1"/>
          </p:cNvSpPr>
          <p:nvPr>
            <p:ph type="title"/>
          </p:nvPr>
        </p:nvSpPr>
        <p:spPr/>
        <p:txBody>
          <a:bodyPr/>
          <a:lstStyle/>
          <a:p>
            <a:r>
              <a:rPr lang="ja-JP" altLang="en-US" dirty="0"/>
              <a:t>使用した</a:t>
            </a:r>
            <a:r>
              <a:rPr lang="en-US" altLang="ja-JP" dirty="0"/>
              <a:t>AWS</a:t>
            </a:r>
            <a:r>
              <a:rPr lang="ja-JP" altLang="en-US" dirty="0"/>
              <a:t>サービス一覧</a:t>
            </a:r>
            <a:endParaRPr kumimoji="1" lang="ja-JP" altLang="en-US" dirty="0"/>
          </a:p>
        </p:txBody>
      </p:sp>
      <p:grpSp>
        <p:nvGrpSpPr>
          <p:cNvPr id="40" name="グループ化 39">
            <a:extLst>
              <a:ext uri="{FF2B5EF4-FFF2-40B4-BE49-F238E27FC236}">
                <a16:creationId xmlns:a16="http://schemas.microsoft.com/office/drawing/2014/main" id="{B4469739-BC73-649C-F7B7-2F6CDD3C29DB}"/>
              </a:ext>
            </a:extLst>
          </p:cNvPr>
          <p:cNvGrpSpPr/>
          <p:nvPr/>
        </p:nvGrpSpPr>
        <p:grpSpPr>
          <a:xfrm>
            <a:off x="97802" y="1590610"/>
            <a:ext cx="8548346" cy="4853466"/>
            <a:chOff x="62423" y="1590610"/>
            <a:chExt cx="8548346" cy="4853466"/>
          </a:xfrm>
        </p:grpSpPr>
        <p:grpSp>
          <p:nvGrpSpPr>
            <p:cNvPr id="6" name="グループ化 5">
              <a:extLst>
                <a:ext uri="{FF2B5EF4-FFF2-40B4-BE49-F238E27FC236}">
                  <a16:creationId xmlns:a16="http://schemas.microsoft.com/office/drawing/2014/main" id="{DCD752F9-58F2-FA90-3B55-460A2B6647A4}"/>
                </a:ext>
              </a:extLst>
            </p:cNvPr>
            <p:cNvGrpSpPr/>
            <p:nvPr/>
          </p:nvGrpSpPr>
          <p:grpSpPr>
            <a:xfrm>
              <a:off x="84668" y="1590610"/>
              <a:ext cx="1883070" cy="872220"/>
              <a:chOff x="2249488" y="1184275"/>
              <a:chExt cx="2243137" cy="1038999"/>
            </a:xfrm>
          </p:grpSpPr>
          <p:pic>
            <p:nvPicPr>
              <p:cNvPr id="4" name="Graphic 10" descr="AWS Amplify service icon.">
                <a:extLst>
                  <a:ext uri="{FF2B5EF4-FFF2-40B4-BE49-F238E27FC236}">
                    <a16:creationId xmlns:a16="http://schemas.microsoft.com/office/drawing/2014/main" id="{60FA7226-7ADA-022C-443C-343840491A3E}"/>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6">
                <a:extLst>
                  <a:ext uri="{FF2B5EF4-FFF2-40B4-BE49-F238E27FC236}">
                    <a16:creationId xmlns:a16="http://schemas.microsoft.com/office/drawing/2014/main" id="{D402396E-C526-F14D-754A-9977975FC9F7}"/>
                  </a:ext>
                </a:extLst>
              </p:cNvPr>
              <p:cNvSpPr txBox="1">
                <a:spLocks noChangeArrowheads="1"/>
              </p:cNvSpPr>
              <p:nvPr/>
            </p:nvSpPr>
            <p:spPr bwMode="auto">
              <a:xfrm>
                <a:off x="2249488" y="1946275"/>
                <a:ext cx="22431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AWS Amplify</a:t>
                </a:r>
              </a:p>
            </p:txBody>
          </p:sp>
        </p:grpSp>
        <p:grpSp>
          <p:nvGrpSpPr>
            <p:cNvPr id="9" name="グループ化 8">
              <a:extLst>
                <a:ext uri="{FF2B5EF4-FFF2-40B4-BE49-F238E27FC236}">
                  <a16:creationId xmlns:a16="http://schemas.microsoft.com/office/drawing/2014/main" id="{A0B8B022-6498-9BAF-6533-6D332948E3A4}"/>
                </a:ext>
              </a:extLst>
            </p:cNvPr>
            <p:cNvGrpSpPr/>
            <p:nvPr/>
          </p:nvGrpSpPr>
          <p:grpSpPr>
            <a:xfrm>
              <a:off x="4456375" y="2938986"/>
              <a:ext cx="1924384" cy="872218"/>
              <a:chOff x="4487863" y="1184275"/>
              <a:chExt cx="2292350" cy="1038999"/>
            </a:xfrm>
          </p:grpSpPr>
          <p:pic>
            <p:nvPicPr>
              <p:cNvPr id="7" name="Graphic 17" descr="Amazon Cognito service icon.">
                <a:extLst>
                  <a:ext uri="{FF2B5EF4-FFF2-40B4-BE49-F238E27FC236}">
                    <a16:creationId xmlns:a16="http://schemas.microsoft.com/office/drawing/2014/main" id="{AAAB0E23-EDF7-0CC3-8932-3E2C6B77E4B9}"/>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5245100"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Box 11">
                <a:extLst>
                  <a:ext uri="{FF2B5EF4-FFF2-40B4-BE49-F238E27FC236}">
                    <a16:creationId xmlns:a16="http://schemas.microsoft.com/office/drawing/2014/main" id="{CA3C1467-A298-7126-3675-AE39C423D345}"/>
                  </a:ext>
                </a:extLst>
              </p:cNvPr>
              <p:cNvSpPr txBox="1">
                <a:spLocks noChangeArrowheads="1"/>
              </p:cNvSpPr>
              <p:nvPr/>
            </p:nvSpPr>
            <p:spPr bwMode="auto">
              <a:xfrm>
                <a:off x="4487863" y="1946275"/>
                <a:ext cx="22923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Cognito</a:t>
                </a:r>
              </a:p>
            </p:txBody>
          </p:sp>
        </p:grpSp>
        <p:grpSp>
          <p:nvGrpSpPr>
            <p:cNvPr id="12" name="グループ化 11">
              <a:extLst>
                <a:ext uri="{FF2B5EF4-FFF2-40B4-BE49-F238E27FC236}">
                  <a16:creationId xmlns:a16="http://schemas.microsoft.com/office/drawing/2014/main" id="{F60460B6-741F-F35E-6A73-5815D5D3D087}"/>
                </a:ext>
              </a:extLst>
            </p:cNvPr>
            <p:cNvGrpSpPr/>
            <p:nvPr/>
          </p:nvGrpSpPr>
          <p:grpSpPr>
            <a:xfrm>
              <a:off x="83874" y="2938985"/>
              <a:ext cx="1883070" cy="872220"/>
              <a:chOff x="2249488" y="1184275"/>
              <a:chExt cx="2243137" cy="1038999"/>
            </a:xfrm>
          </p:grpSpPr>
          <p:pic>
            <p:nvPicPr>
              <p:cNvPr id="10" name="Graphic 7" descr="Amazon API Gateway service icon.">
                <a:extLst>
                  <a:ext uri="{FF2B5EF4-FFF2-40B4-BE49-F238E27FC236}">
                    <a16:creationId xmlns:a16="http://schemas.microsoft.com/office/drawing/2014/main" id="{D93936BF-5CCF-9873-2DF3-9A329FFE2405}"/>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9">
                <a:extLst>
                  <a:ext uri="{FF2B5EF4-FFF2-40B4-BE49-F238E27FC236}">
                    <a16:creationId xmlns:a16="http://schemas.microsoft.com/office/drawing/2014/main" id="{3BCAB45B-34D3-6333-5DE9-40B69BE39B9E}"/>
                  </a:ext>
                </a:extLst>
              </p:cNvPr>
              <p:cNvSpPr txBox="1">
                <a:spLocks noChangeArrowheads="1"/>
              </p:cNvSpPr>
              <p:nvPr/>
            </p:nvSpPr>
            <p:spPr bwMode="auto">
              <a:xfrm>
                <a:off x="2249488" y="1946275"/>
                <a:ext cx="22431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API Gateway</a:t>
                </a:r>
              </a:p>
            </p:txBody>
          </p:sp>
        </p:grpSp>
        <p:grpSp>
          <p:nvGrpSpPr>
            <p:cNvPr id="15" name="グループ化 14">
              <a:extLst>
                <a:ext uri="{FF2B5EF4-FFF2-40B4-BE49-F238E27FC236}">
                  <a16:creationId xmlns:a16="http://schemas.microsoft.com/office/drawing/2014/main" id="{594118DD-CCEE-DEEC-22C5-3691E33EBFF5}"/>
                </a:ext>
              </a:extLst>
            </p:cNvPr>
            <p:cNvGrpSpPr/>
            <p:nvPr/>
          </p:nvGrpSpPr>
          <p:grpSpPr>
            <a:xfrm>
              <a:off x="62423" y="4253195"/>
              <a:ext cx="1924384" cy="871552"/>
              <a:chOff x="4487863" y="1185069"/>
              <a:chExt cx="2292350" cy="1038205"/>
            </a:xfrm>
          </p:grpSpPr>
          <p:pic>
            <p:nvPicPr>
              <p:cNvPr id="13" name="Graphic 10" descr="AWS Lambda service icon.">
                <a:extLst>
                  <a:ext uri="{FF2B5EF4-FFF2-40B4-BE49-F238E27FC236}">
                    <a16:creationId xmlns:a16="http://schemas.microsoft.com/office/drawing/2014/main" id="{8E6D9886-D694-4534-F760-21A955672921}"/>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Box 20">
                <a:extLst>
                  <a:ext uri="{FF2B5EF4-FFF2-40B4-BE49-F238E27FC236}">
                    <a16:creationId xmlns:a16="http://schemas.microsoft.com/office/drawing/2014/main" id="{C132B2FF-4CB3-C498-779B-1978DA441439}"/>
                  </a:ext>
                </a:extLst>
              </p:cNvPr>
              <p:cNvSpPr txBox="1">
                <a:spLocks noChangeArrowheads="1"/>
              </p:cNvSpPr>
              <p:nvPr/>
            </p:nvSpPr>
            <p:spPr bwMode="auto">
              <a:xfrm>
                <a:off x="4487863" y="1946275"/>
                <a:ext cx="22923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AWS Lambda</a:t>
                </a:r>
              </a:p>
            </p:txBody>
          </p:sp>
        </p:grpSp>
        <p:grpSp>
          <p:nvGrpSpPr>
            <p:cNvPr id="18" name="グループ化 17">
              <a:extLst>
                <a:ext uri="{FF2B5EF4-FFF2-40B4-BE49-F238E27FC236}">
                  <a16:creationId xmlns:a16="http://schemas.microsoft.com/office/drawing/2014/main" id="{398D7C91-191B-EE08-BBE1-ED09ADD21ACC}"/>
                </a:ext>
              </a:extLst>
            </p:cNvPr>
            <p:cNvGrpSpPr/>
            <p:nvPr/>
          </p:nvGrpSpPr>
          <p:grpSpPr>
            <a:xfrm>
              <a:off x="4456375" y="4258290"/>
              <a:ext cx="1924384" cy="880216"/>
              <a:chOff x="4487863" y="1174750"/>
              <a:chExt cx="2292350" cy="1048524"/>
            </a:xfrm>
          </p:grpSpPr>
          <p:pic>
            <p:nvPicPr>
              <p:cNvPr id="16" name="Graphic 19" descr="Amazon EventBridge service icon.">
                <a:extLst>
                  <a:ext uri="{FF2B5EF4-FFF2-40B4-BE49-F238E27FC236}">
                    <a16:creationId xmlns:a16="http://schemas.microsoft.com/office/drawing/2014/main" id="{18D1FF6C-DC56-1E38-293B-08F3887C79CD}"/>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5245100" y="11747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Box 11">
                <a:extLst>
                  <a:ext uri="{FF2B5EF4-FFF2-40B4-BE49-F238E27FC236}">
                    <a16:creationId xmlns:a16="http://schemas.microsoft.com/office/drawing/2014/main" id="{0BCB4900-1156-E760-55B0-BE581DB615C2}"/>
                  </a:ext>
                </a:extLst>
              </p:cNvPr>
              <p:cNvSpPr txBox="1">
                <a:spLocks noChangeArrowheads="1"/>
              </p:cNvSpPr>
              <p:nvPr/>
            </p:nvSpPr>
            <p:spPr bwMode="auto">
              <a:xfrm>
                <a:off x="4487863" y="1946275"/>
                <a:ext cx="22923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a:t>
                </a:r>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1" name="グループ化 20">
              <a:extLst>
                <a:ext uri="{FF2B5EF4-FFF2-40B4-BE49-F238E27FC236}">
                  <a16:creationId xmlns:a16="http://schemas.microsoft.com/office/drawing/2014/main" id="{B0E6A390-5A0D-7357-C123-FCB3D7FA2DC2}"/>
                </a:ext>
              </a:extLst>
            </p:cNvPr>
            <p:cNvGrpSpPr/>
            <p:nvPr/>
          </p:nvGrpSpPr>
          <p:grpSpPr>
            <a:xfrm>
              <a:off x="4474558" y="5571856"/>
              <a:ext cx="1883070" cy="872220"/>
              <a:chOff x="2249488" y="1184275"/>
              <a:chExt cx="2243137" cy="1038999"/>
            </a:xfrm>
          </p:grpSpPr>
          <p:pic>
            <p:nvPicPr>
              <p:cNvPr id="19" name="Graphic 17" descr="Amazon CloudWatch service icon.">
                <a:extLst>
                  <a:ext uri="{FF2B5EF4-FFF2-40B4-BE49-F238E27FC236}">
                    <a16:creationId xmlns:a16="http://schemas.microsoft.com/office/drawing/2014/main" id="{771FC37E-E5A4-D82A-83A9-40585470AE11}"/>
                  </a:ext>
                </a:extLst>
              </p:cNvPr>
              <p:cNvPicPr>
                <a:picLocks noChangeAspect="1" noChangeArrowheads="1"/>
              </p:cNvPicPr>
              <p:nvPr/>
            </p:nvPicPr>
            <p:blipFill>
              <a:blip r:embed="rId12">
                <a:extLst>
                  <a:ext uri="{96DAC541-7B7A-43D3-8B79-37D633B846F1}">
                    <asvg:svgBlip xmlns:asvg="http://schemas.microsoft.com/office/drawing/2016/SVG/main" r:embed="rId13"/>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TextBox 9">
                <a:extLst>
                  <a:ext uri="{FF2B5EF4-FFF2-40B4-BE49-F238E27FC236}">
                    <a16:creationId xmlns:a16="http://schemas.microsoft.com/office/drawing/2014/main" id="{2948D86C-7FB6-C12A-459A-F7E429921DC6}"/>
                  </a:ext>
                </a:extLst>
              </p:cNvPr>
              <p:cNvSpPr txBox="1">
                <a:spLocks noChangeArrowheads="1"/>
              </p:cNvSpPr>
              <p:nvPr/>
            </p:nvSpPr>
            <p:spPr bwMode="auto">
              <a:xfrm>
                <a:off x="2249488" y="1946275"/>
                <a:ext cx="22431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CloudWatch</a:t>
                </a:r>
              </a:p>
            </p:txBody>
          </p:sp>
        </p:grpSp>
        <p:grpSp>
          <p:nvGrpSpPr>
            <p:cNvPr id="24" name="グループ化 23">
              <a:extLst>
                <a:ext uri="{FF2B5EF4-FFF2-40B4-BE49-F238E27FC236}">
                  <a16:creationId xmlns:a16="http://schemas.microsoft.com/office/drawing/2014/main" id="{D8A373EA-D80C-9CDF-AD11-087D2C26822A}"/>
                </a:ext>
              </a:extLst>
            </p:cNvPr>
            <p:cNvGrpSpPr/>
            <p:nvPr/>
          </p:nvGrpSpPr>
          <p:grpSpPr>
            <a:xfrm>
              <a:off x="4461706" y="1605432"/>
              <a:ext cx="1913722" cy="1027242"/>
              <a:chOff x="6786563" y="1184275"/>
              <a:chExt cx="2279650" cy="1223665"/>
            </a:xfrm>
          </p:grpSpPr>
          <p:pic>
            <p:nvPicPr>
              <p:cNvPr id="22" name="Graphic 19" descr="AWS Identity and Access Management (IAM) service icon.">
                <a:extLst>
                  <a:ext uri="{FF2B5EF4-FFF2-40B4-BE49-F238E27FC236}">
                    <a16:creationId xmlns:a16="http://schemas.microsoft.com/office/drawing/2014/main" id="{DF164D63-EE17-AD3E-0F83-34A1BE8E8BC0}"/>
                  </a:ext>
                </a:extLst>
              </p:cNvPr>
              <p:cNvPicPr>
                <a:picLocks noChangeAspect="1" noChangeArrowheads="1"/>
              </p:cNvPicPr>
              <p:nvPr/>
            </p:nvPicPr>
            <p:blipFill>
              <a:blip r:embed="rId14">
                <a:extLst>
                  <a:ext uri="{96DAC541-7B7A-43D3-8B79-37D633B846F1}">
                    <asvg:svgBlip xmlns:asvg="http://schemas.microsoft.com/office/drawing/2016/SVG/main" r:embed="rId15"/>
                  </a:ext>
                </a:extLst>
              </a:blip>
              <a:srcRect/>
              <a:stretch/>
            </p:blipFill>
            <p:spPr bwMode="auto">
              <a:xfrm>
                <a:off x="75358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Box 12">
                <a:extLst>
                  <a:ext uri="{FF2B5EF4-FFF2-40B4-BE49-F238E27FC236}">
                    <a16:creationId xmlns:a16="http://schemas.microsoft.com/office/drawing/2014/main" id="{EF56886B-44A0-D797-0A29-44A8C62AB5CB}"/>
                  </a:ext>
                </a:extLst>
              </p:cNvPr>
              <p:cNvSpPr txBox="1">
                <a:spLocks noChangeArrowheads="1"/>
              </p:cNvSpPr>
              <p:nvPr/>
            </p:nvSpPr>
            <p:spPr bwMode="auto">
              <a:xfrm>
                <a:off x="6786563" y="1946275"/>
                <a:ext cx="22796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AWS Identity and Access Management (IAM)</a:t>
                </a:r>
              </a:p>
            </p:txBody>
          </p:sp>
        </p:grpSp>
        <p:grpSp>
          <p:nvGrpSpPr>
            <p:cNvPr id="27" name="グループ化 26">
              <a:extLst>
                <a:ext uri="{FF2B5EF4-FFF2-40B4-BE49-F238E27FC236}">
                  <a16:creationId xmlns:a16="http://schemas.microsoft.com/office/drawing/2014/main" id="{0AD8F588-A39D-3D9F-85A4-21980F8C609A}"/>
                </a:ext>
              </a:extLst>
            </p:cNvPr>
            <p:cNvGrpSpPr/>
            <p:nvPr/>
          </p:nvGrpSpPr>
          <p:grpSpPr>
            <a:xfrm>
              <a:off x="67754" y="5565674"/>
              <a:ext cx="1913722" cy="873552"/>
              <a:chOff x="6786563" y="1182688"/>
              <a:chExt cx="2279650" cy="1040586"/>
            </a:xfrm>
          </p:grpSpPr>
          <p:pic>
            <p:nvPicPr>
              <p:cNvPr id="25" name="Graphic 23" descr="Amazon DynamoDB service icon.">
                <a:extLst>
                  <a:ext uri="{FF2B5EF4-FFF2-40B4-BE49-F238E27FC236}">
                    <a16:creationId xmlns:a16="http://schemas.microsoft.com/office/drawing/2014/main" id="{BCA3AF19-B6FF-2022-D01E-C0506D2E7BBF}"/>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7534275" y="1182688"/>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TextBox 12">
                <a:extLst>
                  <a:ext uri="{FF2B5EF4-FFF2-40B4-BE49-F238E27FC236}">
                    <a16:creationId xmlns:a16="http://schemas.microsoft.com/office/drawing/2014/main" id="{FFFE5319-2071-9539-B17F-2CF43329E270}"/>
                  </a:ext>
                </a:extLst>
              </p:cNvPr>
              <p:cNvSpPr txBox="1">
                <a:spLocks noChangeArrowheads="1"/>
              </p:cNvSpPr>
              <p:nvPr/>
            </p:nvSpPr>
            <p:spPr bwMode="auto">
              <a:xfrm>
                <a:off x="6786563" y="1946275"/>
                <a:ext cx="22796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DynamoDB</a:t>
                </a:r>
              </a:p>
            </p:txBody>
          </p:sp>
        </p:grpSp>
        <p:sp>
          <p:nvSpPr>
            <p:cNvPr id="32" name="テキスト ボックス 31">
              <a:extLst>
                <a:ext uri="{FF2B5EF4-FFF2-40B4-BE49-F238E27FC236}">
                  <a16:creationId xmlns:a16="http://schemas.microsoft.com/office/drawing/2014/main" id="{B287F9E9-C25C-E1C6-88F7-0E3FD114F64C}"/>
                </a:ext>
              </a:extLst>
            </p:cNvPr>
            <p:cNvSpPr txBox="1"/>
            <p:nvPr/>
          </p:nvSpPr>
          <p:spPr>
            <a:xfrm>
              <a:off x="1488021" y="1627592"/>
              <a:ext cx="2734733" cy="646331"/>
            </a:xfrm>
            <a:prstGeom prst="rect">
              <a:avLst/>
            </a:prstGeom>
            <a:noFill/>
          </p:spPr>
          <p:txBody>
            <a:bodyPr wrap="square" rtlCol="0">
              <a:spAutoFit/>
            </a:bodyPr>
            <a:lstStyle/>
            <a:p>
              <a:r>
                <a:rPr kumimoji="1" lang="ja-JP" altLang="en-US" sz="1200" dirty="0"/>
                <a:t>フロントエンド（</a:t>
              </a:r>
              <a:r>
                <a:rPr kumimoji="1" lang="en-US" altLang="ja-JP" sz="1200" dirty="0"/>
                <a:t>Web/</a:t>
              </a:r>
              <a:r>
                <a:rPr kumimoji="1" lang="ja-JP" altLang="en-US" sz="1200" dirty="0"/>
                <a:t>モバイル）の開発・デプロイ・ホスティングを迅速化するフレームワークおよび</a:t>
              </a:r>
              <a:r>
                <a:rPr kumimoji="1" lang="en-US" altLang="ja-JP" sz="1200" dirty="0"/>
                <a:t>PaaS</a:t>
              </a:r>
              <a:endParaRPr kumimoji="1" lang="ja-JP" altLang="en-US" sz="1200" dirty="0"/>
            </a:p>
          </p:txBody>
        </p:sp>
        <p:sp>
          <p:nvSpPr>
            <p:cNvPr id="33" name="テキスト ボックス 32">
              <a:extLst>
                <a:ext uri="{FF2B5EF4-FFF2-40B4-BE49-F238E27FC236}">
                  <a16:creationId xmlns:a16="http://schemas.microsoft.com/office/drawing/2014/main" id="{AB806B01-0910-4548-B129-DBB2CD1E54ED}"/>
                </a:ext>
              </a:extLst>
            </p:cNvPr>
            <p:cNvSpPr txBox="1"/>
            <p:nvPr/>
          </p:nvSpPr>
          <p:spPr>
            <a:xfrm>
              <a:off x="5876036" y="1627592"/>
              <a:ext cx="2734733" cy="646331"/>
            </a:xfrm>
            <a:prstGeom prst="rect">
              <a:avLst/>
            </a:prstGeom>
            <a:noFill/>
          </p:spPr>
          <p:txBody>
            <a:bodyPr wrap="square" rtlCol="0">
              <a:spAutoFit/>
            </a:bodyPr>
            <a:lstStyle/>
            <a:p>
              <a:r>
                <a:rPr kumimoji="1" lang="en-US" altLang="ja-JP" sz="1200" dirty="0"/>
                <a:t>AWS</a:t>
              </a:r>
              <a:r>
                <a:rPr kumimoji="1" lang="ja-JP" altLang="en-US" sz="1200" dirty="0"/>
                <a:t>サービスやリソースへのアクセスを安全に制御するための権限管理サービス</a:t>
              </a:r>
            </a:p>
          </p:txBody>
        </p:sp>
        <p:sp>
          <p:nvSpPr>
            <p:cNvPr id="34" name="テキスト ボックス 33">
              <a:extLst>
                <a:ext uri="{FF2B5EF4-FFF2-40B4-BE49-F238E27FC236}">
                  <a16:creationId xmlns:a16="http://schemas.microsoft.com/office/drawing/2014/main" id="{65D1C01E-D83F-C382-6AA1-A363EFCC86F3}"/>
                </a:ext>
              </a:extLst>
            </p:cNvPr>
            <p:cNvSpPr txBox="1"/>
            <p:nvPr/>
          </p:nvSpPr>
          <p:spPr>
            <a:xfrm>
              <a:off x="1488020" y="2935662"/>
              <a:ext cx="2734733" cy="646331"/>
            </a:xfrm>
            <a:prstGeom prst="rect">
              <a:avLst/>
            </a:prstGeom>
            <a:noFill/>
          </p:spPr>
          <p:txBody>
            <a:bodyPr wrap="square" rtlCol="0">
              <a:spAutoFit/>
            </a:bodyPr>
            <a:lstStyle/>
            <a:p>
              <a:r>
                <a:rPr kumimoji="1" lang="en-US" altLang="ja-JP" sz="1200" dirty="0"/>
                <a:t>RESTful API</a:t>
              </a:r>
              <a:r>
                <a:rPr kumimoji="1" lang="ja-JP" altLang="en-US" sz="1200" dirty="0"/>
                <a:t>および</a:t>
              </a:r>
              <a:r>
                <a:rPr kumimoji="1" lang="en-US" altLang="ja-JP" sz="1200" dirty="0"/>
                <a:t>WebSocket API</a:t>
              </a:r>
              <a:r>
                <a:rPr kumimoji="1" lang="ja-JP" altLang="en-US" sz="1200" dirty="0"/>
                <a:t>の作成・公開・保守・保護を行うフルマネージドサービス</a:t>
              </a:r>
            </a:p>
          </p:txBody>
        </p:sp>
        <p:sp>
          <p:nvSpPr>
            <p:cNvPr id="35" name="テキスト ボックス 34">
              <a:extLst>
                <a:ext uri="{FF2B5EF4-FFF2-40B4-BE49-F238E27FC236}">
                  <a16:creationId xmlns:a16="http://schemas.microsoft.com/office/drawing/2014/main" id="{95434B11-F713-03C6-34DC-787825B646CC}"/>
                </a:ext>
              </a:extLst>
            </p:cNvPr>
            <p:cNvSpPr txBox="1"/>
            <p:nvPr/>
          </p:nvSpPr>
          <p:spPr>
            <a:xfrm>
              <a:off x="1488020" y="4259640"/>
              <a:ext cx="2734733" cy="646331"/>
            </a:xfrm>
            <a:prstGeom prst="rect">
              <a:avLst/>
            </a:prstGeom>
            <a:noFill/>
          </p:spPr>
          <p:txBody>
            <a:bodyPr wrap="square" rtlCol="0">
              <a:spAutoFit/>
            </a:bodyPr>
            <a:lstStyle/>
            <a:p>
              <a:r>
                <a:rPr kumimoji="1" lang="ja-JP" altLang="en-US" sz="1200" dirty="0"/>
                <a:t>サーバーの管理不要でコードを実行する，イベント駆動型のコンピューティングサービス</a:t>
              </a:r>
            </a:p>
          </p:txBody>
        </p:sp>
        <p:sp>
          <p:nvSpPr>
            <p:cNvPr id="36" name="テキスト ボックス 35">
              <a:extLst>
                <a:ext uri="{FF2B5EF4-FFF2-40B4-BE49-F238E27FC236}">
                  <a16:creationId xmlns:a16="http://schemas.microsoft.com/office/drawing/2014/main" id="{E10D279F-B0FC-196C-B8A1-E1D9459E68F9}"/>
                </a:ext>
              </a:extLst>
            </p:cNvPr>
            <p:cNvSpPr txBox="1"/>
            <p:nvPr/>
          </p:nvSpPr>
          <p:spPr>
            <a:xfrm>
              <a:off x="1488019" y="5568532"/>
              <a:ext cx="2734733" cy="646331"/>
            </a:xfrm>
            <a:prstGeom prst="rect">
              <a:avLst/>
            </a:prstGeom>
            <a:noFill/>
          </p:spPr>
          <p:txBody>
            <a:bodyPr wrap="square" rtlCol="0">
              <a:spAutoFit/>
            </a:bodyPr>
            <a:lstStyle/>
            <a:p>
              <a:r>
                <a:rPr kumimoji="1" lang="ja-JP" altLang="en-US" sz="1200" dirty="0"/>
                <a:t>任意の規模に対応する，高速かつ柔軟なフルマネージド</a:t>
              </a:r>
              <a:r>
                <a:rPr kumimoji="1" lang="en-US" altLang="ja-JP" sz="1200" dirty="0"/>
                <a:t>NoSQL</a:t>
              </a:r>
              <a:r>
                <a:rPr kumimoji="1" lang="ja-JP" altLang="en-US" sz="1200" dirty="0"/>
                <a:t>データベースサービス</a:t>
              </a:r>
            </a:p>
          </p:txBody>
        </p:sp>
        <p:sp>
          <p:nvSpPr>
            <p:cNvPr id="37" name="テキスト ボックス 36">
              <a:extLst>
                <a:ext uri="{FF2B5EF4-FFF2-40B4-BE49-F238E27FC236}">
                  <a16:creationId xmlns:a16="http://schemas.microsoft.com/office/drawing/2014/main" id="{24FC5F50-7937-C1D6-7B28-D6A79A4A7E84}"/>
                </a:ext>
              </a:extLst>
            </p:cNvPr>
            <p:cNvSpPr txBox="1"/>
            <p:nvPr/>
          </p:nvSpPr>
          <p:spPr>
            <a:xfrm>
              <a:off x="5876035" y="2935661"/>
              <a:ext cx="2734733" cy="646331"/>
            </a:xfrm>
            <a:prstGeom prst="rect">
              <a:avLst/>
            </a:prstGeom>
            <a:noFill/>
          </p:spPr>
          <p:txBody>
            <a:bodyPr wrap="square" rtlCol="0">
              <a:spAutoFit/>
            </a:bodyPr>
            <a:lstStyle/>
            <a:p>
              <a:r>
                <a:rPr kumimoji="1" lang="ja-JP" altLang="en-US" sz="1200" dirty="0"/>
                <a:t>ユーザーのサインアップ・サインイン・アクセスコントロールを提供するアイデンティティ管理サービス</a:t>
              </a:r>
            </a:p>
          </p:txBody>
        </p:sp>
        <p:sp>
          <p:nvSpPr>
            <p:cNvPr id="38" name="テキスト ボックス 37">
              <a:extLst>
                <a:ext uri="{FF2B5EF4-FFF2-40B4-BE49-F238E27FC236}">
                  <a16:creationId xmlns:a16="http://schemas.microsoft.com/office/drawing/2014/main" id="{151EE852-CC08-FED0-202E-C22BBCE6935C}"/>
                </a:ext>
              </a:extLst>
            </p:cNvPr>
            <p:cNvSpPr txBox="1"/>
            <p:nvPr/>
          </p:nvSpPr>
          <p:spPr>
            <a:xfrm>
              <a:off x="5876035" y="4263994"/>
              <a:ext cx="2734733" cy="646331"/>
            </a:xfrm>
            <a:prstGeom prst="rect">
              <a:avLst/>
            </a:prstGeom>
            <a:noFill/>
          </p:spPr>
          <p:txBody>
            <a:bodyPr wrap="square" rtlCol="0">
              <a:spAutoFit/>
            </a:bodyPr>
            <a:lstStyle/>
            <a:p>
              <a:r>
                <a:rPr kumimoji="1" lang="ja-JP" altLang="en-US" sz="1200" dirty="0"/>
                <a:t>アプリケーション間のイベントを連携させる，サーバーレスのイベントバスサービス</a:t>
              </a:r>
            </a:p>
          </p:txBody>
        </p:sp>
        <p:sp>
          <p:nvSpPr>
            <p:cNvPr id="39" name="テキスト ボックス 38">
              <a:extLst>
                <a:ext uri="{FF2B5EF4-FFF2-40B4-BE49-F238E27FC236}">
                  <a16:creationId xmlns:a16="http://schemas.microsoft.com/office/drawing/2014/main" id="{30C5311E-E4A8-C950-1A96-A7C8CBF16B1E}"/>
                </a:ext>
              </a:extLst>
            </p:cNvPr>
            <p:cNvSpPr txBox="1"/>
            <p:nvPr/>
          </p:nvSpPr>
          <p:spPr>
            <a:xfrm>
              <a:off x="5876035" y="5568532"/>
              <a:ext cx="2734733" cy="646331"/>
            </a:xfrm>
            <a:prstGeom prst="rect">
              <a:avLst/>
            </a:prstGeom>
            <a:noFill/>
          </p:spPr>
          <p:txBody>
            <a:bodyPr wrap="square" rtlCol="0">
              <a:spAutoFit/>
            </a:bodyPr>
            <a:lstStyle/>
            <a:p>
              <a:r>
                <a:rPr kumimoji="1" lang="ja-JP" altLang="en-US" sz="1200" dirty="0"/>
                <a:t>リソースとアプリケーションの監視・ロギング・アラートを行う統合監視サービス</a:t>
              </a:r>
            </a:p>
          </p:txBody>
        </p:sp>
      </p:grpSp>
    </p:spTree>
    <p:extLst>
      <p:ext uri="{BB962C8B-B14F-4D97-AF65-F5344CB8AC3E}">
        <p14:creationId xmlns:p14="http://schemas.microsoft.com/office/powerpoint/2010/main" val="2403018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BB4C7-AF22-F697-99A5-1F9B6149B5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59167-2E0E-22CB-3DE1-F7E29BFFB4BA}"/>
              </a:ext>
            </a:extLst>
          </p:cNvPr>
          <p:cNvSpPr>
            <a:spLocks noGrp="1"/>
          </p:cNvSpPr>
          <p:nvPr>
            <p:ph type="title"/>
          </p:nvPr>
        </p:nvSpPr>
        <p:spPr/>
        <p:txBody>
          <a:bodyPr/>
          <a:lstStyle/>
          <a:p>
            <a:r>
              <a:rPr lang="ja-JP" altLang="en-US" dirty="0"/>
              <a:t>使用した</a:t>
            </a:r>
            <a:r>
              <a:rPr lang="en-US" altLang="ja-JP" dirty="0"/>
              <a:t>AWS</a:t>
            </a:r>
            <a:r>
              <a:rPr lang="ja-JP" altLang="en-US" dirty="0"/>
              <a:t>サービス一覧</a:t>
            </a:r>
            <a:endParaRPr kumimoji="1" lang="ja-JP" altLang="en-US" dirty="0"/>
          </a:p>
        </p:txBody>
      </p:sp>
      <p:grpSp>
        <p:nvGrpSpPr>
          <p:cNvPr id="52" name="グループ化 51">
            <a:extLst>
              <a:ext uri="{FF2B5EF4-FFF2-40B4-BE49-F238E27FC236}">
                <a16:creationId xmlns:a16="http://schemas.microsoft.com/office/drawing/2014/main" id="{68A659D8-B6BE-95CA-7A2F-CC7F54DCB23B}"/>
              </a:ext>
            </a:extLst>
          </p:cNvPr>
          <p:cNvGrpSpPr/>
          <p:nvPr/>
        </p:nvGrpSpPr>
        <p:grpSpPr>
          <a:xfrm>
            <a:off x="97802" y="1405287"/>
            <a:ext cx="8714504" cy="5150799"/>
            <a:chOff x="97802" y="1405287"/>
            <a:chExt cx="8714504" cy="5150799"/>
          </a:xfrm>
        </p:grpSpPr>
        <p:grpSp>
          <p:nvGrpSpPr>
            <p:cNvPr id="40" name="グループ化 39">
              <a:extLst>
                <a:ext uri="{FF2B5EF4-FFF2-40B4-BE49-F238E27FC236}">
                  <a16:creationId xmlns:a16="http://schemas.microsoft.com/office/drawing/2014/main" id="{4188AF35-9629-BC32-C66A-5C0D6D1AC0A9}"/>
                </a:ext>
              </a:extLst>
            </p:cNvPr>
            <p:cNvGrpSpPr/>
            <p:nvPr/>
          </p:nvGrpSpPr>
          <p:grpSpPr>
            <a:xfrm>
              <a:off x="97802" y="1590610"/>
              <a:ext cx="8548346" cy="4853466"/>
              <a:chOff x="62423" y="1590610"/>
              <a:chExt cx="8548346" cy="4853466"/>
            </a:xfrm>
          </p:grpSpPr>
          <p:grpSp>
            <p:nvGrpSpPr>
              <p:cNvPr id="6" name="グループ化 5">
                <a:extLst>
                  <a:ext uri="{FF2B5EF4-FFF2-40B4-BE49-F238E27FC236}">
                    <a16:creationId xmlns:a16="http://schemas.microsoft.com/office/drawing/2014/main" id="{595893AE-78A5-5C0E-7541-6C3327B4B66B}"/>
                  </a:ext>
                </a:extLst>
              </p:cNvPr>
              <p:cNvGrpSpPr/>
              <p:nvPr/>
            </p:nvGrpSpPr>
            <p:grpSpPr>
              <a:xfrm>
                <a:off x="84668" y="1590610"/>
                <a:ext cx="1883070" cy="872220"/>
                <a:chOff x="2249488" y="1184275"/>
                <a:chExt cx="2243137" cy="1038999"/>
              </a:xfrm>
            </p:grpSpPr>
            <p:pic>
              <p:nvPicPr>
                <p:cNvPr id="4" name="Graphic 10" descr="AWS Amplify service icon.">
                  <a:extLst>
                    <a:ext uri="{FF2B5EF4-FFF2-40B4-BE49-F238E27FC236}">
                      <a16:creationId xmlns:a16="http://schemas.microsoft.com/office/drawing/2014/main" id="{D6284C5F-E4D1-7368-D995-6EDEE51A5227}"/>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6">
                  <a:extLst>
                    <a:ext uri="{FF2B5EF4-FFF2-40B4-BE49-F238E27FC236}">
                      <a16:creationId xmlns:a16="http://schemas.microsoft.com/office/drawing/2014/main" id="{B6EA708B-347D-5EC2-2866-8279ADE80453}"/>
                    </a:ext>
                  </a:extLst>
                </p:cNvPr>
                <p:cNvSpPr txBox="1">
                  <a:spLocks noChangeArrowheads="1"/>
                </p:cNvSpPr>
                <p:nvPr/>
              </p:nvSpPr>
              <p:spPr bwMode="auto">
                <a:xfrm>
                  <a:off x="2249488" y="1946275"/>
                  <a:ext cx="22431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AWS Amplify</a:t>
                  </a:r>
                </a:p>
              </p:txBody>
            </p:sp>
          </p:grpSp>
          <p:grpSp>
            <p:nvGrpSpPr>
              <p:cNvPr id="9" name="グループ化 8">
                <a:extLst>
                  <a:ext uri="{FF2B5EF4-FFF2-40B4-BE49-F238E27FC236}">
                    <a16:creationId xmlns:a16="http://schemas.microsoft.com/office/drawing/2014/main" id="{894D6178-D72E-85BB-E72A-3E42C592E8CD}"/>
                  </a:ext>
                </a:extLst>
              </p:cNvPr>
              <p:cNvGrpSpPr/>
              <p:nvPr/>
            </p:nvGrpSpPr>
            <p:grpSpPr>
              <a:xfrm>
                <a:off x="4456375" y="2938986"/>
                <a:ext cx="1924384" cy="872218"/>
                <a:chOff x="4487863" y="1184275"/>
                <a:chExt cx="2292350" cy="1038999"/>
              </a:xfrm>
            </p:grpSpPr>
            <p:pic>
              <p:nvPicPr>
                <p:cNvPr id="7" name="Graphic 17" descr="Amazon Cognito service icon.">
                  <a:extLst>
                    <a:ext uri="{FF2B5EF4-FFF2-40B4-BE49-F238E27FC236}">
                      <a16:creationId xmlns:a16="http://schemas.microsoft.com/office/drawing/2014/main" id="{69D81CD5-6E9C-3150-7D76-9E9B8F0740BD}"/>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5245100"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Box 11">
                  <a:extLst>
                    <a:ext uri="{FF2B5EF4-FFF2-40B4-BE49-F238E27FC236}">
                      <a16:creationId xmlns:a16="http://schemas.microsoft.com/office/drawing/2014/main" id="{1B87F803-3266-6648-CB5D-CB9EF31BE454}"/>
                    </a:ext>
                  </a:extLst>
                </p:cNvPr>
                <p:cNvSpPr txBox="1">
                  <a:spLocks noChangeArrowheads="1"/>
                </p:cNvSpPr>
                <p:nvPr/>
              </p:nvSpPr>
              <p:spPr bwMode="auto">
                <a:xfrm>
                  <a:off x="4487863" y="1946275"/>
                  <a:ext cx="22923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Cognito</a:t>
                  </a:r>
                </a:p>
              </p:txBody>
            </p:sp>
          </p:grpSp>
          <p:grpSp>
            <p:nvGrpSpPr>
              <p:cNvPr id="12" name="グループ化 11">
                <a:extLst>
                  <a:ext uri="{FF2B5EF4-FFF2-40B4-BE49-F238E27FC236}">
                    <a16:creationId xmlns:a16="http://schemas.microsoft.com/office/drawing/2014/main" id="{398976AF-A880-C24D-67BF-0B80F2270048}"/>
                  </a:ext>
                </a:extLst>
              </p:cNvPr>
              <p:cNvGrpSpPr/>
              <p:nvPr/>
            </p:nvGrpSpPr>
            <p:grpSpPr>
              <a:xfrm>
                <a:off x="83874" y="2938985"/>
                <a:ext cx="1883070" cy="872220"/>
                <a:chOff x="2249488" y="1184275"/>
                <a:chExt cx="2243137" cy="1038999"/>
              </a:xfrm>
            </p:grpSpPr>
            <p:pic>
              <p:nvPicPr>
                <p:cNvPr id="10" name="Graphic 7" descr="Amazon API Gateway service icon.">
                  <a:extLst>
                    <a:ext uri="{FF2B5EF4-FFF2-40B4-BE49-F238E27FC236}">
                      <a16:creationId xmlns:a16="http://schemas.microsoft.com/office/drawing/2014/main" id="{B9AC0F5F-B6D7-A00A-8020-212DE93ACC5C}"/>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9">
                  <a:extLst>
                    <a:ext uri="{FF2B5EF4-FFF2-40B4-BE49-F238E27FC236}">
                      <a16:creationId xmlns:a16="http://schemas.microsoft.com/office/drawing/2014/main" id="{082C586F-0997-7D10-D286-A8F323859A60}"/>
                    </a:ext>
                  </a:extLst>
                </p:cNvPr>
                <p:cNvSpPr txBox="1">
                  <a:spLocks noChangeArrowheads="1"/>
                </p:cNvSpPr>
                <p:nvPr/>
              </p:nvSpPr>
              <p:spPr bwMode="auto">
                <a:xfrm>
                  <a:off x="2249488" y="1946275"/>
                  <a:ext cx="22431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API Gateway</a:t>
                  </a:r>
                </a:p>
              </p:txBody>
            </p:sp>
          </p:grpSp>
          <p:grpSp>
            <p:nvGrpSpPr>
              <p:cNvPr id="15" name="グループ化 14">
                <a:extLst>
                  <a:ext uri="{FF2B5EF4-FFF2-40B4-BE49-F238E27FC236}">
                    <a16:creationId xmlns:a16="http://schemas.microsoft.com/office/drawing/2014/main" id="{181C6531-9FA9-D9A2-476D-FE601B44CE70}"/>
                  </a:ext>
                </a:extLst>
              </p:cNvPr>
              <p:cNvGrpSpPr/>
              <p:nvPr/>
            </p:nvGrpSpPr>
            <p:grpSpPr>
              <a:xfrm>
                <a:off x="62423" y="4253195"/>
                <a:ext cx="1924384" cy="871552"/>
                <a:chOff x="4487863" y="1185069"/>
                <a:chExt cx="2292350" cy="1038205"/>
              </a:xfrm>
            </p:grpSpPr>
            <p:pic>
              <p:nvPicPr>
                <p:cNvPr id="13" name="Graphic 10" descr="AWS Lambda service icon.">
                  <a:extLst>
                    <a:ext uri="{FF2B5EF4-FFF2-40B4-BE49-F238E27FC236}">
                      <a16:creationId xmlns:a16="http://schemas.microsoft.com/office/drawing/2014/main" id="{4BF2BD82-D19A-7CA3-06E2-EC044A5B5E51}"/>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Box 20">
                  <a:extLst>
                    <a:ext uri="{FF2B5EF4-FFF2-40B4-BE49-F238E27FC236}">
                      <a16:creationId xmlns:a16="http://schemas.microsoft.com/office/drawing/2014/main" id="{5AB4CCCE-3560-E87B-BC90-9BFA60E88416}"/>
                    </a:ext>
                  </a:extLst>
                </p:cNvPr>
                <p:cNvSpPr txBox="1">
                  <a:spLocks noChangeArrowheads="1"/>
                </p:cNvSpPr>
                <p:nvPr/>
              </p:nvSpPr>
              <p:spPr bwMode="auto">
                <a:xfrm>
                  <a:off x="4487863" y="1946275"/>
                  <a:ext cx="22923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AWS Lambda</a:t>
                  </a:r>
                </a:p>
              </p:txBody>
            </p:sp>
          </p:grpSp>
          <p:grpSp>
            <p:nvGrpSpPr>
              <p:cNvPr id="18" name="グループ化 17">
                <a:extLst>
                  <a:ext uri="{FF2B5EF4-FFF2-40B4-BE49-F238E27FC236}">
                    <a16:creationId xmlns:a16="http://schemas.microsoft.com/office/drawing/2014/main" id="{146D9DBF-21AB-3A3A-314B-D9EFC636C25C}"/>
                  </a:ext>
                </a:extLst>
              </p:cNvPr>
              <p:cNvGrpSpPr/>
              <p:nvPr/>
            </p:nvGrpSpPr>
            <p:grpSpPr>
              <a:xfrm>
                <a:off x="4456375" y="4258290"/>
                <a:ext cx="1924384" cy="880216"/>
                <a:chOff x="4487863" y="1174750"/>
                <a:chExt cx="2292350" cy="1048524"/>
              </a:xfrm>
            </p:grpSpPr>
            <p:pic>
              <p:nvPicPr>
                <p:cNvPr id="16" name="Graphic 19" descr="Amazon EventBridge service icon.">
                  <a:extLst>
                    <a:ext uri="{FF2B5EF4-FFF2-40B4-BE49-F238E27FC236}">
                      <a16:creationId xmlns:a16="http://schemas.microsoft.com/office/drawing/2014/main" id="{06D79EB9-CD8E-D921-A63A-FEC363B81F87}"/>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5245100" y="11747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Box 11">
                  <a:extLst>
                    <a:ext uri="{FF2B5EF4-FFF2-40B4-BE49-F238E27FC236}">
                      <a16:creationId xmlns:a16="http://schemas.microsoft.com/office/drawing/2014/main" id="{D2B8FE1A-D7B5-BD05-78E1-7E0245742750}"/>
                    </a:ext>
                  </a:extLst>
                </p:cNvPr>
                <p:cNvSpPr txBox="1">
                  <a:spLocks noChangeArrowheads="1"/>
                </p:cNvSpPr>
                <p:nvPr/>
              </p:nvSpPr>
              <p:spPr bwMode="auto">
                <a:xfrm>
                  <a:off x="4487863" y="1946275"/>
                  <a:ext cx="22923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a:t>
                  </a:r>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1" name="グループ化 20">
                <a:extLst>
                  <a:ext uri="{FF2B5EF4-FFF2-40B4-BE49-F238E27FC236}">
                    <a16:creationId xmlns:a16="http://schemas.microsoft.com/office/drawing/2014/main" id="{530BFFF1-F9C7-AB67-3414-0536ED4EE679}"/>
                  </a:ext>
                </a:extLst>
              </p:cNvPr>
              <p:cNvGrpSpPr/>
              <p:nvPr/>
            </p:nvGrpSpPr>
            <p:grpSpPr>
              <a:xfrm>
                <a:off x="4474558" y="5571856"/>
                <a:ext cx="1883070" cy="872220"/>
                <a:chOff x="2249488" y="1184275"/>
                <a:chExt cx="2243137" cy="1038999"/>
              </a:xfrm>
            </p:grpSpPr>
            <p:pic>
              <p:nvPicPr>
                <p:cNvPr id="19" name="Graphic 17" descr="Amazon CloudWatch service icon.">
                  <a:extLst>
                    <a:ext uri="{FF2B5EF4-FFF2-40B4-BE49-F238E27FC236}">
                      <a16:creationId xmlns:a16="http://schemas.microsoft.com/office/drawing/2014/main" id="{69618510-49C4-F9D8-5120-4368FD31074D}"/>
                    </a:ext>
                  </a:extLst>
                </p:cNvPr>
                <p:cNvPicPr>
                  <a:picLocks noChangeAspect="1" noChangeArrowheads="1"/>
                </p:cNvPicPr>
                <p:nvPr/>
              </p:nvPicPr>
              <p:blipFill>
                <a:blip r:embed="rId12">
                  <a:extLst>
                    <a:ext uri="{96DAC541-7B7A-43D3-8B79-37D633B846F1}">
                      <asvg:svgBlip xmlns:asvg="http://schemas.microsoft.com/office/drawing/2016/SVG/main" r:embed="rId13"/>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TextBox 9">
                  <a:extLst>
                    <a:ext uri="{FF2B5EF4-FFF2-40B4-BE49-F238E27FC236}">
                      <a16:creationId xmlns:a16="http://schemas.microsoft.com/office/drawing/2014/main" id="{C2C6E3A9-882E-293F-7DC4-EE11577C8E76}"/>
                    </a:ext>
                  </a:extLst>
                </p:cNvPr>
                <p:cNvSpPr txBox="1">
                  <a:spLocks noChangeArrowheads="1"/>
                </p:cNvSpPr>
                <p:nvPr/>
              </p:nvSpPr>
              <p:spPr bwMode="auto">
                <a:xfrm>
                  <a:off x="2249488" y="1946275"/>
                  <a:ext cx="22431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CloudWatch</a:t>
                  </a:r>
                </a:p>
              </p:txBody>
            </p:sp>
          </p:grpSp>
          <p:grpSp>
            <p:nvGrpSpPr>
              <p:cNvPr id="24" name="グループ化 23">
                <a:extLst>
                  <a:ext uri="{FF2B5EF4-FFF2-40B4-BE49-F238E27FC236}">
                    <a16:creationId xmlns:a16="http://schemas.microsoft.com/office/drawing/2014/main" id="{E052E160-89C0-EB19-BA3F-C930711D0562}"/>
                  </a:ext>
                </a:extLst>
              </p:cNvPr>
              <p:cNvGrpSpPr/>
              <p:nvPr/>
            </p:nvGrpSpPr>
            <p:grpSpPr>
              <a:xfrm>
                <a:off x="4461706" y="1605432"/>
                <a:ext cx="1913722" cy="1027242"/>
                <a:chOff x="6786563" y="1184275"/>
                <a:chExt cx="2279650" cy="1223665"/>
              </a:xfrm>
            </p:grpSpPr>
            <p:pic>
              <p:nvPicPr>
                <p:cNvPr id="22" name="Graphic 19" descr="AWS Identity and Access Management (IAM) service icon.">
                  <a:extLst>
                    <a:ext uri="{FF2B5EF4-FFF2-40B4-BE49-F238E27FC236}">
                      <a16:creationId xmlns:a16="http://schemas.microsoft.com/office/drawing/2014/main" id="{52249A7A-087B-8BB4-BC59-BF6EE5E209CE}"/>
                    </a:ext>
                  </a:extLst>
                </p:cNvPr>
                <p:cNvPicPr>
                  <a:picLocks noChangeAspect="1" noChangeArrowheads="1"/>
                </p:cNvPicPr>
                <p:nvPr/>
              </p:nvPicPr>
              <p:blipFill>
                <a:blip r:embed="rId14">
                  <a:extLst>
                    <a:ext uri="{96DAC541-7B7A-43D3-8B79-37D633B846F1}">
                      <asvg:svgBlip xmlns:asvg="http://schemas.microsoft.com/office/drawing/2016/SVG/main" r:embed="rId15"/>
                    </a:ext>
                  </a:extLst>
                </a:blip>
                <a:srcRect/>
                <a:stretch/>
              </p:blipFill>
              <p:spPr bwMode="auto">
                <a:xfrm>
                  <a:off x="75358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Box 12">
                  <a:extLst>
                    <a:ext uri="{FF2B5EF4-FFF2-40B4-BE49-F238E27FC236}">
                      <a16:creationId xmlns:a16="http://schemas.microsoft.com/office/drawing/2014/main" id="{42777B58-B9A0-9E94-E43D-63FAC9F1854E}"/>
                    </a:ext>
                  </a:extLst>
                </p:cNvPr>
                <p:cNvSpPr txBox="1">
                  <a:spLocks noChangeArrowheads="1"/>
                </p:cNvSpPr>
                <p:nvPr/>
              </p:nvSpPr>
              <p:spPr bwMode="auto">
                <a:xfrm>
                  <a:off x="6786563" y="1946275"/>
                  <a:ext cx="22796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AWS Identity and Access Management (IAM)</a:t>
                  </a:r>
                </a:p>
              </p:txBody>
            </p:sp>
          </p:grpSp>
          <p:grpSp>
            <p:nvGrpSpPr>
              <p:cNvPr id="27" name="グループ化 26">
                <a:extLst>
                  <a:ext uri="{FF2B5EF4-FFF2-40B4-BE49-F238E27FC236}">
                    <a16:creationId xmlns:a16="http://schemas.microsoft.com/office/drawing/2014/main" id="{05899D74-91B8-F1DA-7FF5-48FD7469A7CB}"/>
                  </a:ext>
                </a:extLst>
              </p:cNvPr>
              <p:cNvGrpSpPr/>
              <p:nvPr/>
            </p:nvGrpSpPr>
            <p:grpSpPr>
              <a:xfrm>
                <a:off x="67754" y="5565674"/>
                <a:ext cx="1913722" cy="873552"/>
                <a:chOff x="6786563" y="1182688"/>
                <a:chExt cx="2279650" cy="1040586"/>
              </a:xfrm>
            </p:grpSpPr>
            <p:pic>
              <p:nvPicPr>
                <p:cNvPr id="25" name="Graphic 23" descr="Amazon DynamoDB service icon.">
                  <a:extLst>
                    <a:ext uri="{FF2B5EF4-FFF2-40B4-BE49-F238E27FC236}">
                      <a16:creationId xmlns:a16="http://schemas.microsoft.com/office/drawing/2014/main" id="{D30DB932-78A9-2F7A-2619-9989CF4BFD6B}"/>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7534275" y="1182688"/>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TextBox 12">
                  <a:extLst>
                    <a:ext uri="{FF2B5EF4-FFF2-40B4-BE49-F238E27FC236}">
                      <a16:creationId xmlns:a16="http://schemas.microsoft.com/office/drawing/2014/main" id="{26152D95-4D20-F324-3DF2-A5C5F05591A6}"/>
                    </a:ext>
                  </a:extLst>
                </p:cNvPr>
                <p:cNvSpPr txBox="1">
                  <a:spLocks noChangeArrowheads="1"/>
                </p:cNvSpPr>
                <p:nvPr/>
              </p:nvSpPr>
              <p:spPr bwMode="auto">
                <a:xfrm>
                  <a:off x="6786563" y="1946275"/>
                  <a:ext cx="22796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DynamoDB</a:t>
                  </a:r>
                </a:p>
              </p:txBody>
            </p:sp>
          </p:grpSp>
          <p:sp>
            <p:nvSpPr>
              <p:cNvPr id="32" name="テキスト ボックス 31">
                <a:extLst>
                  <a:ext uri="{FF2B5EF4-FFF2-40B4-BE49-F238E27FC236}">
                    <a16:creationId xmlns:a16="http://schemas.microsoft.com/office/drawing/2014/main" id="{DB772241-5935-5E9D-A3F7-D4239EC2F5C7}"/>
                  </a:ext>
                </a:extLst>
              </p:cNvPr>
              <p:cNvSpPr txBox="1"/>
              <p:nvPr/>
            </p:nvSpPr>
            <p:spPr>
              <a:xfrm>
                <a:off x="1488021" y="1627592"/>
                <a:ext cx="2734733" cy="646331"/>
              </a:xfrm>
              <a:prstGeom prst="rect">
                <a:avLst/>
              </a:prstGeom>
              <a:noFill/>
            </p:spPr>
            <p:txBody>
              <a:bodyPr wrap="square" rtlCol="0">
                <a:spAutoFit/>
              </a:bodyPr>
              <a:lstStyle/>
              <a:p>
                <a:r>
                  <a:rPr kumimoji="1" lang="ja-JP" altLang="en-US" sz="1200" dirty="0"/>
                  <a:t>フロントエンド（</a:t>
                </a:r>
                <a:r>
                  <a:rPr kumimoji="1" lang="en-US" altLang="ja-JP" sz="1200" dirty="0"/>
                  <a:t>Web/</a:t>
                </a:r>
                <a:r>
                  <a:rPr kumimoji="1" lang="ja-JP" altLang="en-US" sz="1200" dirty="0"/>
                  <a:t>モバイル）の開発・デプロイ・ホスティングを迅速化するフレームワークおよび</a:t>
                </a:r>
                <a:r>
                  <a:rPr kumimoji="1" lang="en-US" altLang="ja-JP" sz="1200" dirty="0"/>
                  <a:t>PaaS</a:t>
                </a:r>
                <a:endParaRPr kumimoji="1" lang="ja-JP" altLang="en-US" sz="1200" dirty="0"/>
              </a:p>
            </p:txBody>
          </p:sp>
          <p:sp>
            <p:nvSpPr>
              <p:cNvPr id="33" name="テキスト ボックス 32">
                <a:extLst>
                  <a:ext uri="{FF2B5EF4-FFF2-40B4-BE49-F238E27FC236}">
                    <a16:creationId xmlns:a16="http://schemas.microsoft.com/office/drawing/2014/main" id="{98023460-0099-1E3E-3BDC-1434E3981D37}"/>
                  </a:ext>
                </a:extLst>
              </p:cNvPr>
              <p:cNvSpPr txBox="1"/>
              <p:nvPr/>
            </p:nvSpPr>
            <p:spPr>
              <a:xfrm>
                <a:off x="5876036" y="1627592"/>
                <a:ext cx="2734733" cy="646331"/>
              </a:xfrm>
              <a:prstGeom prst="rect">
                <a:avLst/>
              </a:prstGeom>
              <a:noFill/>
            </p:spPr>
            <p:txBody>
              <a:bodyPr wrap="square" rtlCol="0">
                <a:spAutoFit/>
              </a:bodyPr>
              <a:lstStyle/>
              <a:p>
                <a:r>
                  <a:rPr kumimoji="1" lang="en-US" altLang="ja-JP" sz="1200" dirty="0"/>
                  <a:t>AWS</a:t>
                </a:r>
                <a:r>
                  <a:rPr kumimoji="1" lang="ja-JP" altLang="en-US" sz="1200" dirty="0"/>
                  <a:t>サービスやリソースへのアクセスを安全に制御するための権限管理サービス</a:t>
                </a:r>
              </a:p>
            </p:txBody>
          </p:sp>
          <p:sp>
            <p:nvSpPr>
              <p:cNvPr id="34" name="テキスト ボックス 33">
                <a:extLst>
                  <a:ext uri="{FF2B5EF4-FFF2-40B4-BE49-F238E27FC236}">
                    <a16:creationId xmlns:a16="http://schemas.microsoft.com/office/drawing/2014/main" id="{CAED752B-7AB4-2031-DD9F-BDC5136BE931}"/>
                  </a:ext>
                </a:extLst>
              </p:cNvPr>
              <p:cNvSpPr txBox="1"/>
              <p:nvPr/>
            </p:nvSpPr>
            <p:spPr>
              <a:xfrm>
                <a:off x="1488020" y="2935662"/>
                <a:ext cx="2734733" cy="646331"/>
              </a:xfrm>
              <a:prstGeom prst="rect">
                <a:avLst/>
              </a:prstGeom>
              <a:noFill/>
            </p:spPr>
            <p:txBody>
              <a:bodyPr wrap="square" rtlCol="0">
                <a:spAutoFit/>
              </a:bodyPr>
              <a:lstStyle/>
              <a:p>
                <a:r>
                  <a:rPr kumimoji="1" lang="en-US" altLang="ja-JP" sz="1200" dirty="0"/>
                  <a:t>RESTful API</a:t>
                </a:r>
                <a:r>
                  <a:rPr kumimoji="1" lang="ja-JP" altLang="en-US" sz="1200" dirty="0"/>
                  <a:t>および</a:t>
                </a:r>
                <a:r>
                  <a:rPr kumimoji="1" lang="en-US" altLang="ja-JP" sz="1200" dirty="0"/>
                  <a:t>WebSocket API</a:t>
                </a:r>
                <a:r>
                  <a:rPr kumimoji="1" lang="ja-JP" altLang="en-US" sz="1200" dirty="0"/>
                  <a:t>の作成・公開・保守・保護を行うフルマネージドサービス</a:t>
                </a:r>
              </a:p>
            </p:txBody>
          </p:sp>
          <p:sp>
            <p:nvSpPr>
              <p:cNvPr id="35" name="テキスト ボックス 34">
                <a:extLst>
                  <a:ext uri="{FF2B5EF4-FFF2-40B4-BE49-F238E27FC236}">
                    <a16:creationId xmlns:a16="http://schemas.microsoft.com/office/drawing/2014/main" id="{89BD3C36-19F5-68FF-627E-E926B21D8D3E}"/>
                  </a:ext>
                </a:extLst>
              </p:cNvPr>
              <p:cNvSpPr txBox="1"/>
              <p:nvPr/>
            </p:nvSpPr>
            <p:spPr>
              <a:xfrm>
                <a:off x="1488020" y="4259640"/>
                <a:ext cx="2734733" cy="646331"/>
              </a:xfrm>
              <a:prstGeom prst="rect">
                <a:avLst/>
              </a:prstGeom>
              <a:noFill/>
            </p:spPr>
            <p:txBody>
              <a:bodyPr wrap="square" rtlCol="0">
                <a:spAutoFit/>
              </a:bodyPr>
              <a:lstStyle/>
              <a:p>
                <a:r>
                  <a:rPr kumimoji="1" lang="ja-JP" altLang="en-US" sz="1200" dirty="0"/>
                  <a:t>サーバーの管理不要でコードを実行する，イベント駆動型のコンピューティングサービス</a:t>
                </a:r>
              </a:p>
            </p:txBody>
          </p:sp>
          <p:sp>
            <p:nvSpPr>
              <p:cNvPr id="36" name="テキスト ボックス 35">
                <a:extLst>
                  <a:ext uri="{FF2B5EF4-FFF2-40B4-BE49-F238E27FC236}">
                    <a16:creationId xmlns:a16="http://schemas.microsoft.com/office/drawing/2014/main" id="{C18BC10D-3B8C-FD29-AD16-DDF7F8D8E3BB}"/>
                  </a:ext>
                </a:extLst>
              </p:cNvPr>
              <p:cNvSpPr txBox="1"/>
              <p:nvPr/>
            </p:nvSpPr>
            <p:spPr>
              <a:xfrm>
                <a:off x="1488019" y="5568532"/>
                <a:ext cx="2734733" cy="646331"/>
              </a:xfrm>
              <a:prstGeom prst="rect">
                <a:avLst/>
              </a:prstGeom>
              <a:noFill/>
            </p:spPr>
            <p:txBody>
              <a:bodyPr wrap="square" rtlCol="0">
                <a:spAutoFit/>
              </a:bodyPr>
              <a:lstStyle/>
              <a:p>
                <a:r>
                  <a:rPr kumimoji="1" lang="ja-JP" altLang="en-US" sz="1200" dirty="0"/>
                  <a:t>任意の規模に対応する，高速かつ柔軟なフルマネージド</a:t>
                </a:r>
                <a:r>
                  <a:rPr kumimoji="1" lang="en-US" altLang="ja-JP" sz="1200" dirty="0"/>
                  <a:t>NoSQL</a:t>
                </a:r>
                <a:r>
                  <a:rPr kumimoji="1" lang="ja-JP" altLang="en-US" sz="1200" dirty="0"/>
                  <a:t>データベースサービス</a:t>
                </a:r>
              </a:p>
            </p:txBody>
          </p:sp>
          <p:sp>
            <p:nvSpPr>
              <p:cNvPr id="37" name="テキスト ボックス 36">
                <a:extLst>
                  <a:ext uri="{FF2B5EF4-FFF2-40B4-BE49-F238E27FC236}">
                    <a16:creationId xmlns:a16="http://schemas.microsoft.com/office/drawing/2014/main" id="{1AEB225F-EE53-5908-7C93-7E42990EAAF9}"/>
                  </a:ext>
                </a:extLst>
              </p:cNvPr>
              <p:cNvSpPr txBox="1"/>
              <p:nvPr/>
            </p:nvSpPr>
            <p:spPr>
              <a:xfrm>
                <a:off x="5876035" y="2935661"/>
                <a:ext cx="2734733" cy="646331"/>
              </a:xfrm>
              <a:prstGeom prst="rect">
                <a:avLst/>
              </a:prstGeom>
              <a:noFill/>
            </p:spPr>
            <p:txBody>
              <a:bodyPr wrap="square" rtlCol="0">
                <a:spAutoFit/>
              </a:bodyPr>
              <a:lstStyle/>
              <a:p>
                <a:r>
                  <a:rPr kumimoji="1" lang="ja-JP" altLang="en-US" sz="1200" dirty="0"/>
                  <a:t>ユーザーのサインアップ・サインイン・アクセスコントロールを提供するアイデンティティ管理サービス</a:t>
                </a:r>
              </a:p>
            </p:txBody>
          </p:sp>
          <p:sp>
            <p:nvSpPr>
              <p:cNvPr id="38" name="テキスト ボックス 37">
                <a:extLst>
                  <a:ext uri="{FF2B5EF4-FFF2-40B4-BE49-F238E27FC236}">
                    <a16:creationId xmlns:a16="http://schemas.microsoft.com/office/drawing/2014/main" id="{8BD2A0E1-8879-C2DF-9E72-29BB3D6DDA67}"/>
                  </a:ext>
                </a:extLst>
              </p:cNvPr>
              <p:cNvSpPr txBox="1"/>
              <p:nvPr/>
            </p:nvSpPr>
            <p:spPr>
              <a:xfrm>
                <a:off x="5876035" y="4263994"/>
                <a:ext cx="2734733" cy="646331"/>
              </a:xfrm>
              <a:prstGeom prst="rect">
                <a:avLst/>
              </a:prstGeom>
              <a:noFill/>
            </p:spPr>
            <p:txBody>
              <a:bodyPr wrap="square" rtlCol="0">
                <a:spAutoFit/>
              </a:bodyPr>
              <a:lstStyle/>
              <a:p>
                <a:r>
                  <a:rPr kumimoji="1" lang="ja-JP" altLang="en-US" sz="1200" dirty="0"/>
                  <a:t>アプリケーション間のイベントを連携させる，サーバーレスのイベントバスサービス</a:t>
                </a:r>
              </a:p>
            </p:txBody>
          </p:sp>
          <p:sp>
            <p:nvSpPr>
              <p:cNvPr id="39" name="テキスト ボックス 38">
                <a:extLst>
                  <a:ext uri="{FF2B5EF4-FFF2-40B4-BE49-F238E27FC236}">
                    <a16:creationId xmlns:a16="http://schemas.microsoft.com/office/drawing/2014/main" id="{B71D087B-742F-3A57-C512-02E6865E7163}"/>
                  </a:ext>
                </a:extLst>
              </p:cNvPr>
              <p:cNvSpPr txBox="1"/>
              <p:nvPr/>
            </p:nvSpPr>
            <p:spPr>
              <a:xfrm>
                <a:off x="5876035" y="5568532"/>
                <a:ext cx="2734733" cy="646331"/>
              </a:xfrm>
              <a:prstGeom prst="rect">
                <a:avLst/>
              </a:prstGeom>
              <a:noFill/>
            </p:spPr>
            <p:txBody>
              <a:bodyPr wrap="square" rtlCol="0">
                <a:spAutoFit/>
              </a:bodyPr>
              <a:lstStyle/>
              <a:p>
                <a:r>
                  <a:rPr kumimoji="1" lang="ja-JP" altLang="en-US" sz="1200" dirty="0"/>
                  <a:t>リソースとアプリケーションの監視・ロギング・アラートを行う統合監視サービス</a:t>
                </a:r>
              </a:p>
            </p:txBody>
          </p:sp>
        </p:grpSp>
        <p:sp>
          <p:nvSpPr>
            <p:cNvPr id="3" name="正方形/長方形 2">
              <a:extLst>
                <a:ext uri="{FF2B5EF4-FFF2-40B4-BE49-F238E27FC236}">
                  <a16:creationId xmlns:a16="http://schemas.microsoft.com/office/drawing/2014/main" id="{B58B061D-F195-3830-7A32-A243A44CA85B}"/>
                </a:ext>
              </a:extLst>
            </p:cNvPr>
            <p:cNvSpPr/>
            <p:nvPr/>
          </p:nvSpPr>
          <p:spPr>
            <a:xfrm>
              <a:off x="171123" y="1405288"/>
              <a:ext cx="4240306" cy="118043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en-US" altLang="ja-JP" b="1" dirty="0"/>
                <a:t>Front-End Web &amp; Mobile</a:t>
              </a:r>
              <a:endParaRPr kumimoji="1" lang="ja-JP" altLang="en-US" b="1" dirty="0"/>
            </a:p>
          </p:txBody>
        </p:sp>
        <p:sp>
          <p:nvSpPr>
            <p:cNvPr id="28" name="正方形/長方形 27">
              <a:extLst>
                <a:ext uri="{FF2B5EF4-FFF2-40B4-BE49-F238E27FC236}">
                  <a16:creationId xmlns:a16="http://schemas.microsoft.com/office/drawing/2014/main" id="{43C9C270-7124-0E6D-3A47-7F1A4765D6FE}"/>
                </a:ext>
              </a:extLst>
            </p:cNvPr>
            <p:cNvSpPr/>
            <p:nvPr/>
          </p:nvSpPr>
          <p:spPr>
            <a:xfrm>
              <a:off x="4572000" y="1405287"/>
              <a:ext cx="4240306" cy="2511779"/>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en-US" altLang="en-US" b="1" dirty="0">
                  <a:solidFill>
                    <a:schemeClr val="tx1"/>
                  </a:solidFill>
                </a:rPr>
                <a:t>Security, Identity,</a:t>
              </a:r>
            </a:p>
            <a:p>
              <a:pPr algn="ctr"/>
              <a:r>
                <a:rPr lang="en-US" altLang="en-US" b="1" dirty="0">
                  <a:solidFill>
                    <a:schemeClr val="tx1"/>
                  </a:solidFill>
                </a:rPr>
                <a:t>&amp; Compliance</a:t>
              </a:r>
              <a:endParaRPr kumimoji="1" lang="ja-JP" altLang="en-US" b="1" dirty="0">
                <a:solidFill>
                  <a:schemeClr val="tx1"/>
                </a:solidFill>
              </a:endParaRPr>
            </a:p>
          </p:txBody>
        </p:sp>
        <p:sp>
          <p:nvSpPr>
            <p:cNvPr id="29" name="正方形/長方形 28">
              <a:extLst>
                <a:ext uri="{FF2B5EF4-FFF2-40B4-BE49-F238E27FC236}">
                  <a16:creationId xmlns:a16="http://schemas.microsoft.com/office/drawing/2014/main" id="{70D130A7-1137-7DE6-B831-94D5AC35956D}"/>
                </a:ext>
              </a:extLst>
            </p:cNvPr>
            <p:cNvSpPr/>
            <p:nvPr/>
          </p:nvSpPr>
          <p:spPr>
            <a:xfrm>
              <a:off x="171123" y="2739977"/>
              <a:ext cx="4240306" cy="118043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en-US" altLang="en-US" b="1" dirty="0"/>
                <a:t>Networking </a:t>
              </a:r>
            </a:p>
            <a:p>
              <a:pPr algn="ctr"/>
              <a:r>
                <a:rPr lang="en-US" altLang="en-US" b="1" dirty="0"/>
                <a:t>&amp; Content Delivery</a:t>
              </a:r>
              <a:endParaRPr kumimoji="1" lang="ja-JP" altLang="en-US" b="1" dirty="0"/>
            </a:p>
          </p:txBody>
        </p:sp>
        <p:sp>
          <p:nvSpPr>
            <p:cNvPr id="31" name="正方形/長方形 30">
              <a:extLst>
                <a:ext uri="{FF2B5EF4-FFF2-40B4-BE49-F238E27FC236}">
                  <a16:creationId xmlns:a16="http://schemas.microsoft.com/office/drawing/2014/main" id="{E309A541-2D6F-7211-C7B8-9322E832A5CD}"/>
                </a:ext>
              </a:extLst>
            </p:cNvPr>
            <p:cNvSpPr/>
            <p:nvPr/>
          </p:nvSpPr>
          <p:spPr>
            <a:xfrm>
              <a:off x="171123" y="4059556"/>
              <a:ext cx="4240306" cy="118043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en-US" altLang="en-US" b="1" dirty="0"/>
                <a:t>Compute</a:t>
              </a:r>
              <a:endParaRPr kumimoji="1" lang="ja-JP" altLang="en-US" b="1" dirty="0"/>
            </a:p>
          </p:txBody>
        </p:sp>
        <p:sp>
          <p:nvSpPr>
            <p:cNvPr id="41" name="正方形/長方形 40">
              <a:extLst>
                <a:ext uri="{FF2B5EF4-FFF2-40B4-BE49-F238E27FC236}">
                  <a16:creationId xmlns:a16="http://schemas.microsoft.com/office/drawing/2014/main" id="{1E18D58E-59B4-B496-7C73-FC233DFD657D}"/>
                </a:ext>
              </a:extLst>
            </p:cNvPr>
            <p:cNvSpPr/>
            <p:nvPr/>
          </p:nvSpPr>
          <p:spPr>
            <a:xfrm>
              <a:off x="4572000" y="4059556"/>
              <a:ext cx="4240306" cy="118043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en-US" altLang="en-US" b="1" dirty="0"/>
                <a:t>Application Integration</a:t>
              </a:r>
              <a:endParaRPr kumimoji="1" lang="ja-JP" altLang="en-US" b="1" dirty="0"/>
            </a:p>
          </p:txBody>
        </p:sp>
        <p:sp>
          <p:nvSpPr>
            <p:cNvPr id="42" name="正方形/長方形 41">
              <a:extLst>
                <a:ext uri="{FF2B5EF4-FFF2-40B4-BE49-F238E27FC236}">
                  <a16:creationId xmlns:a16="http://schemas.microsoft.com/office/drawing/2014/main" id="{72B1BFE4-C113-0766-06BE-565E6FBD2080}"/>
                </a:ext>
              </a:extLst>
            </p:cNvPr>
            <p:cNvSpPr/>
            <p:nvPr/>
          </p:nvSpPr>
          <p:spPr>
            <a:xfrm>
              <a:off x="171123" y="5375654"/>
              <a:ext cx="4240306" cy="118043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en-US" altLang="en-US" b="1" dirty="0"/>
                <a:t>Database</a:t>
              </a:r>
              <a:endParaRPr kumimoji="1" lang="ja-JP" altLang="en-US" b="1" dirty="0"/>
            </a:p>
          </p:txBody>
        </p:sp>
        <p:sp>
          <p:nvSpPr>
            <p:cNvPr id="43" name="正方形/長方形 42">
              <a:extLst>
                <a:ext uri="{FF2B5EF4-FFF2-40B4-BE49-F238E27FC236}">
                  <a16:creationId xmlns:a16="http://schemas.microsoft.com/office/drawing/2014/main" id="{CEEA418D-A71A-6C9F-BE7A-81920DF89483}"/>
                </a:ext>
              </a:extLst>
            </p:cNvPr>
            <p:cNvSpPr/>
            <p:nvPr/>
          </p:nvSpPr>
          <p:spPr>
            <a:xfrm>
              <a:off x="4572000" y="5375654"/>
              <a:ext cx="4240306" cy="118043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en-US" altLang="en-US" b="1" dirty="0"/>
                <a:t>Management &amp; Governance</a:t>
              </a:r>
              <a:endParaRPr kumimoji="1" lang="ja-JP" altLang="en-US" b="1" dirty="0"/>
            </a:p>
          </p:txBody>
        </p:sp>
      </p:grpSp>
    </p:spTree>
    <p:extLst>
      <p:ext uri="{BB962C8B-B14F-4D97-AF65-F5344CB8AC3E}">
        <p14:creationId xmlns:p14="http://schemas.microsoft.com/office/powerpoint/2010/main" val="4010563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C679-668E-131D-0219-48B6394C37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458122-A51E-322D-CBE7-5011F053DA19}"/>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6ED9984A-F1EA-D3F0-95A5-468A8756E8A8}"/>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57EBC8D7-8FDB-C808-2374-E714790BB52C}"/>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ECE72C58-19F9-8CA9-3F10-523AACDA10D3}"/>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B47DA47E-2F12-391B-F685-4985835DCBD7}"/>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B9A5F7E3-4B1B-8A8E-648F-8F514934AB37}"/>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72E799EF-DE6F-22CB-5BBD-7194073B86D8}"/>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7651099C-4A3B-20C9-EB88-2D4C03722985}"/>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16D653DD-C470-B89F-D5C5-F01B660EF2E5}"/>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023487EA-154C-9F0E-A8D7-80237BEC93B1}"/>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230D2008-BC1E-4064-EEBC-19D2825C6EE0}"/>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D83F9203-8A56-C197-A6FC-1F33152185E9}"/>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63E15C43-389C-A45B-9233-FA35B230FC07}"/>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DDFA87EC-9573-89B3-55E0-1048B8970FF1}"/>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BB923FAC-123F-7D29-4856-95AD074082B1}"/>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6D1A3480-D5F7-C33B-B4A3-550972BF3D19}"/>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3F691BC4-16B0-BE8B-EB79-416A2AC57023}"/>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D7424791-52E0-1BD9-0A47-3E41DEE9AD27}"/>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C61960BB-B91B-1B96-116F-EA830F429F49}"/>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B0B06EFE-82E4-573E-BAF8-F58C63CF6D2B}"/>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F4583EFB-9240-421F-C30C-84CE6D5AA0CA}"/>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547CB9D3-8866-E677-8453-7FD586D85236}"/>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3794FD72-EC15-5FF7-CDB1-92DDD072D6D5}"/>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D0D44D00-F18B-822A-2D17-ED9360C626D6}"/>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AB048C75-873D-7FEF-AC07-968835BD5E85}"/>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7B94FBB1-2F0F-B3A4-33A2-9E4FA3054062}"/>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65D41D41-B1C6-2E47-BE07-DDFBE6CDDB68}"/>
              </a:ext>
            </a:extLst>
          </p:cNvPr>
          <p:cNvGrpSpPr/>
          <p:nvPr/>
        </p:nvGrpSpPr>
        <p:grpSpPr>
          <a:xfrm>
            <a:off x="5655352"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0464E22C-57EA-EC2E-467C-315B8E0BB654}"/>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94A59679-E3C0-077D-E506-948541634B39}"/>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74822EB3-15E2-BA20-15A2-644B0F954431}"/>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1504F3FE-7FD6-FB70-0494-222341858720}"/>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4D6415A0-E5D9-3530-48F7-2C245CB008B7}"/>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DB6B5DAB-BFCA-5C3F-D253-598E87782E4A}"/>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E9C1EFF3-5274-81B1-6E77-77D27B059239}"/>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868117AB-4575-63F4-D92C-34ECF8A9FC38}"/>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AE3EF930-F65A-EBD7-27F6-C081DB7D4415}"/>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CDF398CA-4B1A-06D3-83BC-42C3ED44A9E1}"/>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6107A1D0-64E6-ADA1-14E6-B7D00F356E4F}"/>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E65E41FC-F137-86F2-FC40-ABDEABE6B7EB}"/>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188823CA-5FEB-7BAB-BBB3-7A06FCCC4AF4}"/>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34716161-33A8-A5A0-A779-99FD15965081}"/>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BAC4F925-C32F-43ED-B851-F068ACABFEC5}"/>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1032D992-AA3F-8EF1-FC78-4EA93155C6EE}"/>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47496502-24A9-72EE-22DA-7B6B7033B9E8}"/>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73DADA61-6889-2817-8C5A-E0ED1F1EBAA1}"/>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B602C871-2C26-6184-B290-2BFAB44FC1B4}"/>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AA836DDD-14B2-5C19-2540-F270BDE5ABDF}"/>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291C7EE3-F0FD-D808-780D-7579891F7010}"/>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03A3D665-DBE6-A025-2D28-B846660B79BB}"/>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AC365281-A66F-66E0-2D16-8C6B5F22BBAB}"/>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6C079D94-70BB-B86C-78B9-6A1321BB5013}"/>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0BB5C790-F9C3-87EB-3366-6847937F1FE0}"/>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FFE3ABBB-1FA4-B637-BAB6-C1C3772489AA}"/>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042395" y="5874413"/>
            <a:ext cx="599552" cy="828660"/>
          </a:xfrm>
          <a:prstGeom prst="rect">
            <a:avLst/>
          </a:prstGeom>
        </p:spPr>
      </p:pic>
      <p:cxnSp>
        <p:nvCxnSpPr>
          <p:cNvPr id="325" name="Straight Arrow Connector 52" descr="Double pointing horizontal arrow.">
            <a:extLst>
              <a:ext uri="{FF2B5EF4-FFF2-40B4-BE49-F238E27FC236}">
                <a16:creationId xmlns:a16="http://schemas.microsoft.com/office/drawing/2014/main" id="{C9053DD8-3D65-59A4-6D26-E20B7ACBD630}"/>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29" name="Straight Arrow Connector 52" descr="Double pointing horizontal arrow.">
            <a:extLst>
              <a:ext uri="{FF2B5EF4-FFF2-40B4-BE49-F238E27FC236}">
                <a16:creationId xmlns:a16="http://schemas.microsoft.com/office/drawing/2014/main" id="{C409EA09-D22F-9690-4479-A5F256DB196B}"/>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2" name="Straight Arrow Connector 52" descr="Double pointing horizontal arrow.">
            <a:extLst>
              <a:ext uri="{FF2B5EF4-FFF2-40B4-BE49-F238E27FC236}">
                <a16:creationId xmlns:a16="http://schemas.microsoft.com/office/drawing/2014/main" id="{47B1F43D-D5E3-66E4-673F-EB868CAE78E4}"/>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5C3D7970-3877-FD25-9246-231F7106B2FD}"/>
              </a:ext>
            </a:extLst>
          </p:cNvPr>
          <p:cNvCxnSpPr>
            <a:cxnSpLocks/>
            <a:stCxn id="282" idx="0"/>
            <a:endCxn id="295" idx="2"/>
          </p:cNvCxnSpPr>
          <p:nvPr/>
        </p:nvCxnSpPr>
        <p:spPr>
          <a:xfrm flipV="1">
            <a:off x="6257001"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7F12AA9E-238F-19D9-BB2C-B2CD267F4BF3}"/>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E4B37899-5E0A-E8B9-C3B7-342A1E886639}"/>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FDCF2650-62BA-4A07-FAAB-BBBDEEBAA020}"/>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F9F9A756-5722-BFC6-CA01-CC9603516322}"/>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DADDF634-88B4-8130-4D40-0C4D57E92EB8}"/>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cxnSp>
        <p:nvCxnSpPr>
          <p:cNvPr id="351" name="Straight Arrow Connector 52" descr="Double pointing horizontal arrow.">
            <a:extLst>
              <a:ext uri="{FF2B5EF4-FFF2-40B4-BE49-F238E27FC236}">
                <a16:creationId xmlns:a16="http://schemas.microsoft.com/office/drawing/2014/main" id="{5B3EE0DE-8484-7A59-3596-E4E47E17C982}"/>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0F890CD9-4A2F-AFFD-603D-9E7EE5FBA898}"/>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grpSp>
        <p:nvGrpSpPr>
          <p:cNvPr id="361" name="グループ化 360">
            <a:extLst>
              <a:ext uri="{FF2B5EF4-FFF2-40B4-BE49-F238E27FC236}">
                <a16:creationId xmlns:a16="http://schemas.microsoft.com/office/drawing/2014/main" id="{C19ADE41-C9AA-45A2-8DEF-AEEBA8F04EA8}"/>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A70AD5BF-C3BD-5D72-27E3-EF4F79242565}"/>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95016C06-7F0A-799D-FE2D-1ED4C0566851}"/>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ADFBD228-37C1-D6BB-82AC-852625A358F7}"/>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8F324A4B-AC53-E93A-D615-3FEDFFDB3F4E}"/>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19143058-F807-ADFB-0125-08AD4D500740}"/>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EF5AF07D-18B8-327A-CC9C-99C73CEC317A}"/>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FE8F01AC-FE33-4640-9042-02096E0D261A}"/>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B287CFB7-D916-A6C4-0A22-A5521BBF546D}"/>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D61347B1-9E83-8AB6-90C3-C8178F54B3B1}"/>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C93C4400-1211-EE39-BA7D-7EEF86F1DDEE}"/>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401" name="正方形/長方形 400">
            <a:extLst>
              <a:ext uri="{FF2B5EF4-FFF2-40B4-BE49-F238E27FC236}">
                <a16:creationId xmlns:a16="http://schemas.microsoft.com/office/drawing/2014/main" id="{4E3362AB-A26B-D5F2-1AB2-C867BCFF9BEB}"/>
              </a:ext>
            </a:extLst>
          </p:cNvPr>
          <p:cNvSpPr/>
          <p:nvPr/>
        </p:nvSpPr>
        <p:spPr>
          <a:xfrm>
            <a:off x="3522240" y="926869"/>
            <a:ext cx="4831584" cy="5828334"/>
          </a:xfrm>
          <a:prstGeom prst="rect">
            <a:avLst/>
          </a:prstGeom>
          <a:solidFill>
            <a:srgbClr val="FFFFFF"/>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2" name="Picture 4" descr="AWS - inteltank">
            <a:extLst>
              <a:ext uri="{FF2B5EF4-FFF2-40B4-BE49-F238E27FC236}">
                <a16:creationId xmlns:a16="http://schemas.microsoft.com/office/drawing/2014/main" id="{5747D4D3-968C-18EE-8127-2775BED6A810}"/>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4836946" y="3069170"/>
            <a:ext cx="2211582" cy="145227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Raspberry icon - Free download on Iconfinder">
            <a:extLst>
              <a:ext uri="{FF2B5EF4-FFF2-40B4-BE49-F238E27FC236}">
                <a16:creationId xmlns:a16="http://schemas.microsoft.com/office/drawing/2014/main" id="{27A127ED-1D31-1584-E4AF-0145D61BFFD8}"/>
              </a:ext>
            </a:extLst>
          </p:cNvPr>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Raspberry icon - Free download on Iconfinder">
            <a:extLst>
              <a:ext uri="{FF2B5EF4-FFF2-40B4-BE49-F238E27FC236}">
                <a16:creationId xmlns:a16="http://schemas.microsoft.com/office/drawing/2014/main" id="{3EF2341C-F386-5667-B8AF-246DB1BE0AE0}"/>
              </a:ext>
            </a:extLst>
          </p:cNvPr>
          <p:cNvPicPr>
            <a:picLocks noChangeAspect="1" noChangeArrowheads="1"/>
          </p:cNvPicPr>
          <p:nvPr/>
        </p:nvPicPr>
        <p:blipFill>
          <a:blip r:embed="rId29">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5509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74EB3-816C-08BA-53E4-250B8BC03C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1F47FC-675D-6ED9-870A-7A5E0ACBD6C8}"/>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6DA5C0F3-5449-C3B7-9959-ECFAD74EF8D0}"/>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22CE010B-DB73-DB5C-05BE-58006697C80E}"/>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1307126D-7AFB-EDF9-442A-F4161BAB5BF9}"/>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37E0A091-30B7-47FB-6B77-5A54439A7E4F}"/>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6AFE9033-0406-8D34-D324-F120DA1E5AFD}"/>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2FFAC257-50D7-AD57-4930-940C4B5589C9}"/>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874F6A19-FCAC-F995-0122-70D2939C4B85}"/>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D519B60F-519A-EC0B-38FB-38063B6941E7}"/>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3EDBC671-A081-83A6-F28A-4D7004D01C0A}"/>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B0CC9628-574A-4A1C-C07E-40122D27AB07}"/>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D564E077-6B63-037B-DE8C-56CF0775EDAB}"/>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12C26EA8-78AB-2FAA-013A-6F9B4DC1428B}"/>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616EC866-5737-1F34-A080-9DB1590F2AB4}"/>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EE49B854-110D-13A9-6CAB-461DA00DFA51}"/>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D202629E-C20C-E7AA-F342-817FB0763033}"/>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FE370BE4-C40A-96FF-CF0E-B268108C3122}"/>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31B44EFC-9AF8-31C0-7711-BD055F703DBE}"/>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7D371AEA-C00A-5728-F382-0CF216213CC2}"/>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E0863189-4363-AB08-B43B-90C8A2563A82}"/>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1383B82F-736D-F595-E925-C9816690DC23}"/>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F110D06C-72E2-9AB8-4697-BA36CA21435F}"/>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C6592783-D212-E44E-6432-7B5A6771EB4A}"/>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EBDD9353-3C6D-A9B7-17A3-4F4BAFAB1AD0}"/>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FB1C715D-A74B-5C51-1EC0-3D6584150B3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F688E779-8FA1-3029-FF33-5998C0AC69E4}"/>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5E0A1726-4FB5-B1F4-D42B-0DF8F3069C2A}"/>
              </a:ext>
            </a:extLst>
          </p:cNvPr>
          <p:cNvGrpSpPr/>
          <p:nvPr/>
        </p:nvGrpSpPr>
        <p:grpSpPr>
          <a:xfrm>
            <a:off x="5655352"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8922CDD7-A613-F5C2-F1F5-3E7515C56151}"/>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C639837F-DAB6-41E0-DABA-F3AAEFCB7CBF}"/>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898D4C78-B129-B5DC-69C6-D05472654F8B}"/>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8E4DB73D-DFA9-2F31-F8A2-FD8AFD5BEFEC}"/>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28F677AC-B5E1-918C-8F82-DB6FB68D0180}"/>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225371E5-9A59-5B3C-8596-9F5CF47A828C}"/>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463E7BA9-A91F-1C03-5BE6-04492F4D8341}"/>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2B334F58-A0F6-6399-A646-6E7E987FC898}"/>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5BA10244-193E-6D10-6A8C-542E529B5D55}"/>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9671C1A5-99B1-A90E-2633-E9DBEDC30C36}"/>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E7D944B3-C979-2356-FF2F-D3DF72B2488C}"/>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7A9916FA-36DD-171F-2BC9-07268EBFCD44}"/>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3EDE7C94-705C-B0DC-8B96-B3107349F09E}"/>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D01D6000-7F07-22B7-3F1F-DD22CCA2F1AA}"/>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682531F3-89AE-1E23-181D-42993EC69151}"/>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F5D229D8-8B2F-2BA0-192C-3CC924E533B9}"/>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17807127-5717-1D5C-2B96-816E880D55CA}"/>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3BDC92ED-6AB8-BEFC-9820-E015539CF693}"/>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423E9AA8-305F-B6CE-1ED9-B64785F7E48D}"/>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D0283D35-187E-EF20-173E-19912785A55A}"/>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170BEF34-B9AC-70A7-96BD-910F04F8CDD0}"/>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6F809691-7255-AA65-6EF4-A413B37DFB25}"/>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AB280D56-A12B-2366-1A9C-D30EA8593203}"/>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338D1FC6-645D-726A-1038-87BA0CFBB949}"/>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CB869A7F-35DB-E033-038A-586513251D6C}"/>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B317A205-659E-319C-40F5-55A297C3AE9D}"/>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042395"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00E8FF02-50D6-B05F-DEA0-35977FAA0B73}"/>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987B043E-0D96-5E98-D972-8F0DDC93A3A8}"/>
              </a:ext>
            </a:extLst>
          </p:cNvPr>
          <p:cNvCxnSpPr>
            <a:cxnSpLocks/>
            <a:stCxn id="282" idx="0"/>
            <a:endCxn id="295" idx="2"/>
          </p:cNvCxnSpPr>
          <p:nvPr/>
        </p:nvCxnSpPr>
        <p:spPr>
          <a:xfrm flipV="1">
            <a:off x="6257001"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F14D5AB6-A029-137B-A48B-0E9D80B2E6A4}"/>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BE724DBC-84FC-4D02-A396-796FA1AEAD23}"/>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393A1056-D218-1EDC-86EF-567652D073AB}"/>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952CA67C-61F8-208F-411F-F849F2D3873C}"/>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F64AD75B-6130-B12D-4E48-2767A26F523E}"/>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CE541483-7C66-A570-C438-C03F8E8626BE}"/>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865BB019-E29D-245A-7E0E-F170CFA9EC6B}"/>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9318C403-1858-6E84-82D7-530EE24B94EC}"/>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EDBF68EF-84AC-8069-AD7A-E84EBD918A44}"/>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6537115E-834E-75F8-C086-A981458A669D}"/>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5007AD25-C648-1E38-5F09-23682E6F0CFA}"/>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7BF80637-A2B3-AAD8-CE36-3876822CF415}"/>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C1CB71B0-D13F-10AD-CF8B-158B60C9070B}"/>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9A70AB20-53D5-9041-ED81-9E4DFD51B052}"/>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E85A5D25-453C-C597-B426-8E334589879A}"/>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BF93BF79-BC2E-8FDE-3F1C-F59C03F43680}"/>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94A6EFF2-4F23-C5B9-A08E-713B643C8333}"/>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FF4B0299-A639-AE93-4793-D1C39315B361}"/>
              </a:ext>
            </a:extLst>
          </p:cNvPr>
          <p:cNvPicPr>
            <a:picLocks noChangeAspect="1" noChangeArrowheads="1"/>
          </p:cNvPicPr>
          <p:nvPr/>
        </p:nvPicPr>
        <p:blipFill>
          <a:blip r:embed="rId28">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41CCE0B9-9AB5-2DB7-0D86-1FEA944A6FD4}"/>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FB2AAE10-EE1C-BD7A-621B-A972BF285A50}"/>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A1B6ABD7-57CD-16E0-491C-A45C8B493E85}"/>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129FA762-3259-1DB9-DFB9-7B9177B4BDEE}"/>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67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71654-96F0-E82E-2E07-0FD2DB035E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54D824-7E74-8B4B-43AA-B85B7D1F7DCF}"/>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7DA6FFF6-FB90-086B-73B5-217271675B3E}"/>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C649F111-0E21-F509-1534-408D339466FC}"/>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CBEA3E32-08DA-7896-BB42-6E10B2D20E0F}"/>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761D8636-1FF2-7F43-223D-214CB8E97D8B}"/>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0004A84A-9632-C8AF-1218-9B8370CAD29F}"/>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54AC1A5A-4712-2735-7265-3000AC5F804B}"/>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A62D104E-7C2F-85BD-73DE-2B41682F0B2F}"/>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6F056704-19BF-2748-0287-F4D06DD493AF}"/>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4559552E-27C2-09AB-2AE3-159A26C83AB8}"/>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sp>
        <p:nvSpPr>
          <p:cNvPr id="289" name="TextBox 12">
            <a:extLst>
              <a:ext uri="{FF2B5EF4-FFF2-40B4-BE49-F238E27FC236}">
                <a16:creationId xmlns:a16="http://schemas.microsoft.com/office/drawing/2014/main" id="{53E6EC69-F081-ABBF-DBC6-055DDFB9C7B8}"/>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F6ED9D5A-877B-9CDC-7921-E91609E2CA49}"/>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9DE1B99D-F5F2-CCEB-D539-BB609E7D862C}"/>
              </a:ext>
            </a:extLst>
          </p:cNvPr>
          <p:cNvPicPr>
            <a:picLocks noChangeAspect="1"/>
          </p:cNvPicPr>
          <p:nvPr/>
        </p:nvPicPr>
        <p:blipFill>
          <a:blip r:embed="rId8">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9F70BF81-7AAF-7B31-EB66-5D75D84BAB6D}"/>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6600D6C0-17C7-9CB0-0694-662425CF9840}"/>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6DDC7E80-98D3-17E2-D8F8-6C5458DBB2DC}"/>
                </a:ext>
              </a:extLst>
            </p:cNvPr>
            <p:cNvPicPr>
              <a:picLocks noChangeAspect="1"/>
            </p:cNvPicPr>
            <p:nvPr/>
          </p:nvPicPr>
          <p:blipFill>
            <a:blip r:embed="rId9">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075D40C9-C9F2-06D0-8BDE-BD5BA7A4AE00}"/>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DB213FF8-0816-AEAB-4C11-CEF09A4B21E3}"/>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F360543A-BC64-6E3B-B9CE-9B73FABB1E4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923D9917-3815-EF71-D048-0E8EF8B2EA07}"/>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277" name="TextBox 12">
            <a:extLst>
              <a:ext uri="{FF2B5EF4-FFF2-40B4-BE49-F238E27FC236}">
                <a16:creationId xmlns:a16="http://schemas.microsoft.com/office/drawing/2014/main" id="{D062F640-8ABF-7B45-822A-49BAA86530F5}"/>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B1056B5C-8FAE-5356-C8D0-B18BB843C431}"/>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67" name="Group 1" descr="AWS Cloud group with AWS logo.">
            <a:extLst>
              <a:ext uri="{FF2B5EF4-FFF2-40B4-BE49-F238E27FC236}">
                <a16:creationId xmlns:a16="http://schemas.microsoft.com/office/drawing/2014/main" id="{DB4A8542-DE5F-32B0-7A9C-41E381935745}"/>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049A7FE0-BA71-667A-70A3-C1F43853DF14}"/>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87190722-10C8-A0C6-6B11-527A385E1E81}"/>
                </a:ext>
              </a:extLst>
            </p:cNvPr>
            <p:cNvPicPr>
              <a:picLocks noChangeAspect="1"/>
            </p:cNvPicPr>
            <p:nvPr/>
          </p:nvPicPr>
          <p:blipFill>
            <a:blip r:embed="rId12">
              <a:extLst>
                <a:ext uri="{96DAC541-7B7A-43D3-8B79-37D633B846F1}">
                  <asvg:svgBlip xmlns:asvg="http://schemas.microsoft.com/office/drawing/2016/SVG/main" r:embed="rId13"/>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884282CF-EA92-622B-07D3-3ED9E7842F4C}"/>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BD4E5AF0-B788-5A49-6DAC-41D052705DDC}"/>
              </a:ext>
            </a:extLst>
          </p:cNvPr>
          <p:cNvPicPr>
            <a:picLocks noChangeAspect="1"/>
          </p:cNvPicPr>
          <p:nvPr/>
        </p:nvPicPr>
        <p:blipFill>
          <a:blip r:embed="rId14">
            <a:grayscl/>
            <a:extLst>
              <a:ext uri="{96DAC541-7B7A-43D3-8B79-37D633B846F1}">
                <asvg:svgBlip xmlns:asvg="http://schemas.microsoft.com/office/drawing/2016/SVG/main" r:embed="rId15"/>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62E1DA41-C793-FD8B-0EAD-18897D873FE2}"/>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CF2B9624-BE37-33FE-E872-0F7E672AE6C1}"/>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51062A5F-5D3D-D8A1-7246-E14D5EBF67E3}"/>
              </a:ext>
            </a:extLst>
          </p:cNvPr>
          <p:cNvPicPr>
            <a:picLocks noChangeAspect="1"/>
          </p:cNvPicPr>
          <p:nvPr/>
        </p:nvPicPr>
        <p:blipFill>
          <a:blip r:embed="rId14">
            <a:grayscl/>
            <a:extLst>
              <a:ext uri="{96DAC541-7B7A-43D3-8B79-37D633B846F1}">
                <asvg:svgBlip xmlns:asvg="http://schemas.microsoft.com/office/drawing/2016/SVG/main" r:embed="rId15"/>
              </a:ext>
            </a:extLst>
          </a:blip>
          <a:srcRect l="25148" t="16203" r="25948" b="16205"/>
          <a:stretch/>
        </p:blipFill>
        <p:spPr>
          <a:xfrm rot="16200000">
            <a:off x="1042395" y="5874413"/>
            <a:ext cx="599552" cy="828660"/>
          </a:xfrm>
          <a:prstGeom prst="rect">
            <a:avLst/>
          </a:prstGeom>
        </p:spPr>
      </p:pic>
      <p:sp>
        <p:nvSpPr>
          <p:cNvPr id="257" name="テキスト ボックス 256">
            <a:extLst>
              <a:ext uri="{FF2B5EF4-FFF2-40B4-BE49-F238E27FC236}">
                <a16:creationId xmlns:a16="http://schemas.microsoft.com/office/drawing/2014/main" id="{CA7FDE6E-F136-683F-45CE-4041A5128C3B}"/>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72" name="Straight Arrow Connector 52" descr="Double pointing horizontal arrow.">
            <a:extLst>
              <a:ext uri="{FF2B5EF4-FFF2-40B4-BE49-F238E27FC236}">
                <a16:creationId xmlns:a16="http://schemas.microsoft.com/office/drawing/2014/main" id="{4F782EC0-588E-0835-D6DC-805F2916E019}"/>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480ACF1F-93B2-6D51-FBB2-EE7D4E894642}"/>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E0ED003C-F762-9283-1A71-84C20332090B}"/>
              </a:ext>
            </a:extLst>
          </p:cNvPr>
          <p:cNvPicPr>
            <a:picLocks noChangeAspect="1" noChangeArrowheads="1"/>
          </p:cNvPicPr>
          <p:nvPr/>
        </p:nvPicPr>
        <p:blipFill>
          <a:blip r:embed="rId16">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159BF9FD-4012-2A68-516B-27CE104AA6BC}"/>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6" name="Straight Arrow Connector 52" descr="Double pointing horizontal arrow.">
            <a:extLst>
              <a:ext uri="{FF2B5EF4-FFF2-40B4-BE49-F238E27FC236}">
                <a16:creationId xmlns:a16="http://schemas.microsoft.com/office/drawing/2014/main" id="{1DE0DF02-E66E-8F71-A6F0-EFFFC3F5CD41}"/>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8865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1E4A2-7876-D2A9-EF18-A205105028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34E524-9873-A421-9D8B-19F625DC5439}"/>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DEE1E59C-089B-CE9B-663A-94B600CD03FB}"/>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E245938F-9642-3877-12E5-49A47B50C4DE}"/>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70276BE9-96A0-3FCE-C93B-77AAC43AF62F}"/>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3877A0EE-F2C0-D339-B67C-F39F15185E85}"/>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CD1CC16D-35F9-3B3D-15C6-B698FEAE623C}"/>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2F36FEC6-114E-074F-735B-BD91A810359B}"/>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566CF2E3-766B-946F-0427-99BF42D0F695}"/>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09E47C88-9B76-95FE-AE69-AF9A5867C84B}"/>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94FE904D-36D7-FE0D-4F8F-D2DFDBD96B7A}"/>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sp>
        <p:nvSpPr>
          <p:cNvPr id="289" name="TextBox 12">
            <a:extLst>
              <a:ext uri="{FF2B5EF4-FFF2-40B4-BE49-F238E27FC236}">
                <a16:creationId xmlns:a16="http://schemas.microsoft.com/office/drawing/2014/main" id="{A010D97A-AAC7-00AD-75A3-2D75F8E90EC6}"/>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1F1F5111-70BC-185D-4734-C7B9F7D147D5}"/>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01BDC840-8561-10D9-038A-97523FFFD0F9}"/>
              </a:ext>
            </a:extLst>
          </p:cNvPr>
          <p:cNvPicPr>
            <a:picLocks noChangeAspect="1"/>
          </p:cNvPicPr>
          <p:nvPr/>
        </p:nvPicPr>
        <p:blipFill>
          <a:blip r:embed="rId8">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0193186F-3BBB-00F9-8AD8-B0473936561C}"/>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26FA5600-E8FC-AF81-2D3D-A6F08C989960}"/>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8EE131D1-F690-657B-DAC5-B74544E74D46}"/>
                </a:ext>
              </a:extLst>
            </p:cNvPr>
            <p:cNvPicPr>
              <a:picLocks noChangeAspect="1"/>
            </p:cNvPicPr>
            <p:nvPr/>
          </p:nvPicPr>
          <p:blipFill>
            <a:blip r:embed="rId9">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345D8950-E726-B50B-499B-88E77088A1D7}"/>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CA1D45CE-5442-23F1-343E-6CD9F91F80EC}"/>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1EB33CB5-5EC8-85EC-2090-F5A862C9117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F4BC89A4-19EF-CAC0-B8F4-622E5610A51C}"/>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277" name="TextBox 12">
            <a:extLst>
              <a:ext uri="{FF2B5EF4-FFF2-40B4-BE49-F238E27FC236}">
                <a16:creationId xmlns:a16="http://schemas.microsoft.com/office/drawing/2014/main" id="{00C6868D-C7B3-8D47-F88E-2BBBBC65A50B}"/>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BE9C89A8-5A47-A527-806B-A229706F38C2}"/>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46F507EE-BB17-23ED-6E53-1522A46DAA81}"/>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9E0695A7-F4D2-08C2-44DD-8984D9DD5C8F}"/>
                </a:ext>
              </a:extLst>
            </p:cNvPr>
            <p:cNvPicPr>
              <a:picLocks noChangeAspect="1" noChangeArrowheads="1"/>
            </p:cNvPicPr>
            <p:nvPr/>
          </p:nvPicPr>
          <p:blipFill>
            <a:blip r:embed="rId12">
              <a:extLst>
                <a:ext uri="{96DAC541-7B7A-43D3-8B79-37D633B846F1}">
                  <asvg:svgBlip xmlns:asvg="http://schemas.microsoft.com/office/drawing/2016/SVG/main" r:embed="rId13"/>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12D890B7-94BB-A597-3553-F22C6F9463C6}"/>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7" name="Group 1" descr="AWS Cloud group with AWS logo.">
            <a:extLst>
              <a:ext uri="{FF2B5EF4-FFF2-40B4-BE49-F238E27FC236}">
                <a16:creationId xmlns:a16="http://schemas.microsoft.com/office/drawing/2014/main" id="{7FBBBFF4-7FE8-3630-2BF0-F940FDA6F3F0}"/>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6548A3D7-7EE8-9420-CF11-3964BAD994F3}"/>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C15FBF04-1A19-9194-1FDF-1F79D1CDB285}"/>
                </a:ext>
              </a:extLst>
            </p:cNvPr>
            <p:cNvPicPr>
              <a:picLocks noChangeAspect="1"/>
            </p:cNvPicPr>
            <p:nvPr/>
          </p:nvPicPr>
          <p:blipFill>
            <a:blip r:embed="rId14">
              <a:extLst>
                <a:ext uri="{96DAC541-7B7A-43D3-8B79-37D633B846F1}">
                  <asvg:svgBlip xmlns:asvg="http://schemas.microsoft.com/office/drawing/2016/SVG/main" r:embed="rId1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34BED369-ACA0-DB4D-A597-190778169391}"/>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FA9495DD-60F5-4392-18FC-1CC0E0CD2A37}"/>
              </a:ext>
            </a:extLst>
          </p:cNvPr>
          <p:cNvPicPr>
            <a:picLocks noChangeAspect="1"/>
          </p:cNvPicPr>
          <p:nvPr/>
        </p:nvPicPr>
        <p:blipFill>
          <a:blip r:embed="rId16">
            <a:grayscl/>
            <a:extLst>
              <a:ext uri="{96DAC541-7B7A-43D3-8B79-37D633B846F1}">
                <asvg:svgBlip xmlns:asvg="http://schemas.microsoft.com/office/drawing/2016/SVG/main" r:embed="rId1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A5AC907D-90F9-0AEC-4329-C9F44E62A72C}"/>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0D52E37C-569F-B62E-69B4-10E295D6EF64}"/>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06C92ECB-5F20-38EA-953E-DC43D6DE889D}"/>
              </a:ext>
            </a:extLst>
          </p:cNvPr>
          <p:cNvPicPr>
            <a:picLocks noChangeAspect="1"/>
          </p:cNvPicPr>
          <p:nvPr/>
        </p:nvPicPr>
        <p:blipFill>
          <a:blip r:embed="rId16">
            <a:grayscl/>
            <a:extLst>
              <a:ext uri="{96DAC541-7B7A-43D3-8B79-37D633B846F1}">
                <asvg:svgBlip xmlns:asvg="http://schemas.microsoft.com/office/drawing/2016/SVG/main" r:embed="rId17"/>
              </a:ext>
            </a:extLst>
          </a:blip>
          <a:srcRect l="25148" t="16203" r="25948" b="16205"/>
          <a:stretch/>
        </p:blipFill>
        <p:spPr>
          <a:xfrm rot="16200000">
            <a:off x="1042395" y="5874413"/>
            <a:ext cx="599552" cy="828660"/>
          </a:xfrm>
          <a:prstGeom prst="rect">
            <a:avLst/>
          </a:prstGeom>
        </p:spPr>
      </p:pic>
      <p:cxnSp>
        <p:nvCxnSpPr>
          <p:cNvPr id="369" name="Straight Arrow Connector 52" descr="Double pointing horizontal arrow.">
            <a:extLst>
              <a:ext uri="{FF2B5EF4-FFF2-40B4-BE49-F238E27FC236}">
                <a16:creationId xmlns:a16="http://schemas.microsoft.com/office/drawing/2014/main" id="{4627D41E-AECF-1DE6-CAE9-B8B567209EE0}"/>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57C1FD5A-418F-6DC7-0751-C452E1070B47}"/>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E3ED572F-6210-31A3-68C3-F37683D224D9}"/>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C27FD179-A144-2549-3484-81AF822FEE5A}"/>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pic>
        <p:nvPicPr>
          <p:cNvPr id="403" name="Picture 2" descr="Raspberry icon - Free download on Iconfinder">
            <a:extLst>
              <a:ext uri="{FF2B5EF4-FFF2-40B4-BE49-F238E27FC236}">
                <a16:creationId xmlns:a16="http://schemas.microsoft.com/office/drawing/2014/main" id="{4182BC5C-4B0E-B8BD-BFE0-E12FF8B8DCC4}"/>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72EF67FA-0474-57F8-4627-143607FFFEC0}"/>
              </a:ext>
            </a:extLst>
          </p:cNvPr>
          <p:cNvPicPr>
            <a:picLocks noChangeAspect="1" noChangeArrowheads="1"/>
          </p:cNvPicPr>
          <p:nvPr/>
        </p:nvPicPr>
        <p:blipFill>
          <a:blip r:embed="rId18">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1E13425C-1446-9691-5D6D-8709B73435DA}"/>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25A2C072-FEE5-CC11-EB96-153607139BC7}"/>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4" name="Straight Arrow Connector 52" descr="Double pointing horizontal arrow.">
            <a:extLst>
              <a:ext uri="{FF2B5EF4-FFF2-40B4-BE49-F238E27FC236}">
                <a16:creationId xmlns:a16="http://schemas.microsoft.com/office/drawing/2014/main" id="{0B2CB4CA-FAA1-DF32-7A0D-F2D8FB009499}"/>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5" name="Straight Arrow Connector 52" descr="Double pointing horizontal arrow.">
            <a:extLst>
              <a:ext uri="{FF2B5EF4-FFF2-40B4-BE49-F238E27FC236}">
                <a16:creationId xmlns:a16="http://schemas.microsoft.com/office/drawing/2014/main" id="{FEA6E29E-668F-AA0B-69D5-A2D7ADD5E3C2}"/>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4766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82F2D-1E7F-7D74-339D-240A559C1BE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9DC2D2-341F-9E94-29AB-3760F36C8ED3}"/>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EF6A08FF-93C1-CA85-E181-0684772ADCAE}"/>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F6C59B48-D949-DE7C-96C0-D69BFFC7C8DC}"/>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400623D5-1A11-F0E3-1D20-B8B58B7CA0DC}"/>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10953117-F794-1AC6-26DA-67CAC6599A31}"/>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81FFAA1F-A247-5FEE-8CAB-4BC041348963}"/>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2D227CF4-7587-B0A6-BD75-76BE7240580A}"/>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81B24E68-10EB-EC82-455E-DA5235E76088}"/>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B7EC76B7-4FD8-312A-DBFF-AB82FA31B395}"/>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1F37B617-7FA8-70E4-80D7-9261652B35DA}"/>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sp>
        <p:nvSpPr>
          <p:cNvPr id="289" name="TextBox 12">
            <a:extLst>
              <a:ext uri="{FF2B5EF4-FFF2-40B4-BE49-F238E27FC236}">
                <a16:creationId xmlns:a16="http://schemas.microsoft.com/office/drawing/2014/main" id="{116EB0C6-639B-04B3-B768-014E0B3FC7F9}"/>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D506863C-E93C-3082-56F1-BC7B96466A2E}"/>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9E002D58-5234-2BD4-7F51-8726D2C2316B}"/>
              </a:ext>
            </a:extLst>
          </p:cNvPr>
          <p:cNvPicPr>
            <a:picLocks noChangeAspect="1"/>
          </p:cNvPicPr>
          <p:nvPr/>
        </p:nvPicPr>
        <p:blipFill>
          <a:blip r:embed="rId8">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4F8A0D39-2DC5-BBDF-3FB0-1CDD986FC69B}"/>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F6B47FC9-E3BB-3E99-7A96-4DEE2D0994F6}"/>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CE894DB2-17D6-6078-D281-AAA9FFEBD6BB}"/>
                </a:ext>
              </a:extLst>
            </p:cNvPr>
            <p:cNvPicPr>
              <a:picLocks noChangeAspect="1"/>
            </p:cNvPicPr>
            <p:nvPr/>
          </p:nvPicPr>
          <p:blipFill>
            <a:blip r:embed="rId9">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39001836-5A3A-573C-18D0-8D404FF6DF94}"/>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428088A5-CAC5-7221-BD8D-102D113A85F7}"/>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B03D7290-2118-BDEA-DA1A-E1E75D75F63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94F96FE4-57E6-3DBC-1A10-C95E4E50CEC0}"/>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4" name="グループ化 243">
            <a:extLst>
              <a:ext uri="{FF2B5EF4-FFF2-40B4-BE49-F238E27FC236}">
                <a16:creationId xmlns:a16="http://schemas.microsoft.com/office/drawing/2014/main" id="{DEEAC00A-E2B9-4108-96EC-AB92F51BBEDB}"/>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60931086-9A9C-7DD3-F0F9-E3CC7B8C8AE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18E4BF18-F8D2-B985-8658-4DC1315904CA}"/>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C2C6EA76-EC99-F246-1AFC-F126C9567177}"/>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DD33EFD4-5498-E511-70E4-F95B9B9547BF}"/>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6AFD85DC-7DAF-B654-112B-52B8C424B104}"/>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2236AE63-8D70-E7C0-3BE4-5F7F52D2AA6B}"/>
                </a:ext>
              </a:extLst>
            </p:cNvPr>
            <p:cNvPicPr>
              <a:picLocks noChangeAspect="1" noChangeArrowheads="1"/>
            </p:cNvPicPr>
            <p:nvPr/>
          </p:nvPicPr>
          <p:blipFill>
            <a:blip r:embed="rId12">
              <a:extLst>
                <a:ext uri="{96DAC541-7B7A-43D3-8B79-37D633B846F1}">
                  <asvg:svgBlip xmlns:asvg="http://schemas.microsoft.com/office/drawing/2016/SVG/main" r:embed="rId13"/>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6986A306-4E3D-264B-FFBD-61CDE10321A1}"/>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7" name="Group 1" descr="AWS Cloud group with AWS logo.">
            <a:extLst>
              <a:ext uri="{FF2B5EF4-FFF2-40B4-BE49-F238E27FC236}">
                <a16:creationId xmlns:a16="http://schemas.microsoft.com/office/drawing/2014/main" id="{22AE1928-83F3-CD2C-0EDD-B17B87BE5059}"/>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DDD37878-D2FC-7854-B6EB-28D87B38E707}"/>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1BA0A7BF-BFB8-AC5A-8A23-5B79816C8084}"/>
                </a:ext>
              </a:extLst>
            </p:cNvPr>
            <p:cNvPicPr>
              <a:picLocks noChangeAspect="1"/>
            </p:cNvPicPr>
            <p:nvPr/>
          </p:nvPicPr>
          <p:blipFill>
            <a:blip r:embed="rId14">
              <a:extLst>
                <a:ext uri="{96DAC541-7B7A-43D3-8B79-37D633B846F1}">
                  <asvg:svgBlip xmlns:asvg="http://schemas.microsoft.com/office/drawing/2016/SVG/main" r:embed="rId1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25452B7F-F581-09FD-7F9C-A9B4737063C9}"/>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DD0118EA-DCBB-C3AB-6E27-8FC6751B3B5F}"/>
              </a:ext>
            </a:extLst>
          </p:cNvPr>
          <p:cNvPicPr>
            <a:picLocks noChangeAspect="1"/>
          </p:cNvPicPr>
          <p:nvPr/>
        </p:nvPicPr>
        <p:blipFill>
          <a:blip r:embed="rId16">
            <a:grayscl/>
            <a:extLst>
              <a:ext uri="{96DAC541-7B7A-43D3-8B79-37D633B846F1}">
                <asvg:svgBlip xmlns:asvg="http://schemas.microsoft.com/office/drawing/2016/SVG/main" r:embed="rId1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2914FE90-F275-20EA-2B67-26B0C6A51741}"/>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C76DE008-6102-17E9-EAE9-4C3A8933FBB4}"/>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CE091B76-B194-7A58-79DD-68D7FF114BBF}"/>
              </a:ext>
            </a:extLst>
          </p:cNvPr>
          <p:cNvPicPr>
            <a:picLocks noChangeAspect="1"/>
          </p:cNvPicPr>
          <p:nvPr/>
        </p:nvPicPr>
        <p:blipFill>
          <a:blip r:embed="rId16">
            <a:grayscl/>
            <a:extLst>
              <a:ext uri="{96DAC541-7B7A-43D3-8B79-37D633B846F1}">
                <asvg:svgBlip xmlns:asvg="http://schemas.microsoft.com/office/drawing/2016/SVG/main" r:embed="rId17"/>
              </a:ext>
            </a:extLst>
          </a:blip>
          <a:srcRect l="25148" t="16203" r="25948" b="16205"/>
          <a:stretch/>
        </p:blipFill>
        <p:spPr>
          <a:xfrm rot="16200000">
            <a:off x="1042395" y="5874413"/>
            <a:ext cx="599552" cy="828660"/>
          </a:xfrm>
          <a:prstGeom prst="rect">
            <a:avLst/>
          </a:prstGeom>
        </p:spPr>
      </p:pic>
      <p:cxnSp>
        <p:nvCxnSpPr>
          <p:cNvPr id="341" name="Straight Arrow Connector 52" descr="Double pointing horizontal arrow.">
            <a:extLst>
              <a:ext uri="{FF2B5EF4-FFF2-40B4-BE49-F238E27FC236}">
                <a16:creationId xmlns:a16="http://schemas.microsoft.com/office/drawing/2014/main" id="{13336C61-BBF2-99A3-4443-5C14E698E7FA}"/>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8F862EB5-9441-36C0-8EA8-65F57E2AB8FA}"/>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F2E2D8D2-A31F-AB9E-75CD-8C62E5336B24}"/>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B002BD46-1619-57B1-16B1-8714639CE9DB}"/>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6126F457-2089-692C-08F5-86709CF8AA10}"/>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A4EA73A1-7DD4-C3F3-E518-89DC92AF5471}"/>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A6CF7C67-0C20-A88E-9A87-F473AB99CE48}"/>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6E100467-CCEA-2A17-8817-BC1CCFCDE6D1}"/>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595008C9-D57B-00A3-2F68-0BD1093FFBAE}"/>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17024ED6-264A-FF9B-C3A2-D0BDA75370F1}"/>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1A4D1060-A146-0C53-E1D7-CAF24D5CA3DA}"/>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3D84B834-F0A8-652E-0091-CC7A1BDB8726}"/>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18C96BE8-856D-F8A9-FCA2-5FE6747036E0}"/>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pic>
        <p:nvPicPr>
          <p:cNvPr id="403" name="Picture 2" descr="Raspberry icon - Free download on Iconfinder">
            <a:extLst>
              <a:ext uri="{FF2B5EF4-FFF2-40B4-BE49-F238E27FC236}">
                <a16:creationId xmlns:a16="http://schemas.microsoft.com/office/drawing/2014/main" id="{3A8D4116-8BB8-1765-1AD2-6E456559A260}"/>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CBB4D2F6-4ED3-8A4E-0EDD-0FCE5CC9F371}"/>
              </a:ext>
            </a:extLst>
          </p:cNvPr>
          <p:cNvPicPr>
            <a:picLocks noChangeAspect="1" noChangeArrowheads="1"/>
          </p:cNvPicPr>
          <p:nvPr/>
        </p:nvPicPr>
        <p:blipFill>
          <a:blip r:embed="rId18">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48C9655D-0A9D-9AC0-354B-61BDEECDCEE6}"/>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B8137E81-31A9-A19A-B0D9-45DC26D4CE6A}"/>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657DAD5B-9B36-58C3-A494-DCD8B41EF3A7}"/>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60D29773-6A61-71D7-CC81-7AEB6EE294C8}"/>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9892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EFA0-BC84-ABF4-AF7E-55EAD83614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871AF1-6DAD-D0D5-B581-00F8BB4D55A2}"/>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4750A50E-952F-97C3-7789-57562A4B1330}"/>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9D7C1735-9689-F500-1EBB-2419E1CED7F2}"/>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338EEFDE-2CD9-7B2A-3B89-87734A4F10E3}"/>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7BDC0C0D-216A-4FCE-AC6A-8FA32EA168E6}"/>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34418248-7A95-082B-9B19-BE3C578A6091}"/>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04198B00-79F3-18B8-F00F-AF83125D10F2}"/>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4EE598B0-4CA3-F66C-FBD4-0EB57892011D}"/>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84CA526E-025C-EBD4-9D9D-8767A3A15B0E}"/>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21B1D606-A208-8FDC-395A-D922E9909B5A}"/>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4" name="グループ化 233">
            <a:extLst>
              <a:ext uri="{FF2B5EF4-FFF2-40B4-BE49-F238E27FC236}">
                <a16:creationId xmlns:a16="http://schemas.microsoft.com/office/drawing/2014/main" id="{E84EC47F-E688-F761-02D9-1417DB8BEF56}"/>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DA4B1F53-95B3-EEE7-B4C2-C1D32D77EB5D}"/>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0F6477CF-9301-D4EC-BDCC-61F5FE6F585E}"/>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C0B60AE3-52D7-3BDB-0C30-936F57AABAA5}"/>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E82B9D2A-84DE-C7F5-EA9A-06407E10F2F3}"/>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BB898763-FFCA-3242-4340-1E645FC339C7}"/>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DC1B3C43-22E9-C4D1-2EB0-F66075B6433A}"/>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B6AE436D-35C8-5E5B-9966-C724CC376474}"/>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EABF8359-E1C4-F7AC-1C7F-534156FC1F05}"/>
                </a:ext>
              </a:extLst>
            </p:cNvPr>
            <p:cNvPicPr>
              <a:picLocks noChangeAspect="1"/>
            </p:cNvPicPr>
            <p:nvPr/>
          </p:nvPicPr>
          <p:blipFill>
            <a:blip r:embed="rId11">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403D874D-65DD-6FE5-C28D-4EB0BFB7089B}"/>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E5E26E1B-E644-3555-3A62-5DCCA773E7B1}"/>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FC66A578-3E32-6D0E-0B27-17658097AFE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13374A6B-7F06-AC87-376C-EF0A4EBC9B3C}"/>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4" name="グループ化 243">
            <a:extLst>
              <a:ext uri="{FF2B5EF4-FFF2-40B4-BE49-F238E27FC236}">
                <a16:creationId xmlns:a16="http://schemas.microsoft.com/office/drawing/2014/main" id="{35580F41-81A9-EAC7-6B36-7094E3B40EF4}"/>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B804E069-901D-8988-A987-3CFECA2A3611}"/>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5D62E4E3-7941-8CF9-FA31-5C01A69A6901}"/>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59A51F3C-B97C-2C1A-5644-97D389DE6338}"/>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C7482BF7-D36F-6E08-1495-7433932372DF}"/>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0E200E4B-9D07-904D-6A55-78E576EBF789}"/>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38F9BA02-14BB-3830-F111-7BEAF7DE6796}"/>
                </a:ext>
              </a:extLst>
            </p:cNvPr>
            <p:cNvPicPr>
              <a:picLocks noChangeAspect="1" noChangeArrowheads="1"/>
            </p:cNvPicPr>
            <p:nvPr/>
          </p:nvPicPr>
          <p:blipFill>
            <a:blip r:embed="rId14">
              <a:extLst>
                <a:ext uri="{96DAC541-7B7A-43D3-8B79-37D633B846F1}">
                  <asvg:svgBlip xmlns:asvg="http://schemas.microsoft.com/office/drawing/2016/SVG/main" r:embed="rId15"/>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5F84CCDD-C7C3-3C75-2426-38B21A80E7B1}"/>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7" name="Group 1" descr="AWS Cloud group with AWS logo.">
            <a:extLst>
              <a:ext uri="{FF2B5EF4-FFF2-40B4-BE49-F238E27FC236}">
                <a16:creationId xmlns:a16="http://schemas.microsoft.com/office/drawing/2014/main" id="{678ACE75-8AAB-1343-0DE2-EFC6A9438E82}"/>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0F84CD7D-5C33-CE80-F0AF-88C4DFFEE75C}"/>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BA65966A-9149-F814-047A-24159833A831}"/>
                </a:ext>
              </a:extLst>
            </p:cNvPr>
            <p:cNvPicPr>
              <a:picLocks noChangeAspect="1"/>
            </p:cNvPicPr>
            <p:nvPr/>
          </p:nvPicPr>
          <p:blipFill>
            <a:blip r:embed="rId16">
              <a:extLst>
                <a:ext uri="{96DAC541-7B7A-43D3-8B79-37D633B846F1}">
                  <asvg:svgBlip xmlns:asvg="http://schemas.microsoft.com/office/drawing/2016/SVG/main" r:embed="rId17"/>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E6B294AD-0E6B-6052-6638-77E352C6A8C1}"/>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6D34AB90-74DC-BF07-E9C4-E2298FB675B4}"/>
              </a:ext>
            </a:extLst>
          </p:cNvPr>
          <p:cNvPicPr>
            <a:picLocks noChangeAspect="1"/>
          </p:cNvPicPr>
          <p:nvPr/>
        </p:nvPicPr>
        <p:blipFill>
          <a:blip r:embed="rId18">
            <a:grayscl/>
            <a:extLst>
              <a:ext uri="{96DAC541-7B7A-43D3-8B79-37D633B846F1}">
                <asvg:svgBlip xmlns:asvg="http://schemas.microsoft.com/office/drawing/2016/SVG/main" r:embed="rId19"/>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2DAD9FF2-F74A-A4BD-FF15-CF7752A8F6B4}"/>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4A1C73E0-1202-185D-78F4-472B6A19BC59}"/>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55B044C0-988D-6AB4-5044-6C8996DB11A7}"/>
              </a:ext>
            </a:extLst>
          </p:cNvPr>
          <p:cNvPicPr>
            <a:picLocks noChangeAspect="1"/>
          </p:cNvPicPr>
          <p:nvPr/>
        </p:nvPicPr>
        <p:blipFill>
          <a:blip r:embed="rId18">
            <a:grayscl/>
            <a:extLst>
              <a:ext uri="{96DAC541-7B7A-43D3-8B79-37D633B846F1}">
                <asvg:svgBlip xmlns:asvg="http://schemas.microsoft.com/office/drawing/2016/SVG/main" r:embed="rId19"/>
              </a:ext>
            </a:extLst>
          </a:blip>
          <a:srcRect l="25148" t="16203" r="25948" b="16205"/>
          <a:stretch/>
        </p:blipFill>
        <p:spPr>
          <a:xfrm rot="16200000">
            <a:off x="1042395"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9E40B543-C34B-9711-F761-09AACCD0B6D4}"/>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6A65CBB2-517C-6848-D53B-A62C7247C7DB}"/>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BB09070E-CDB4-17AE-AEA0-CE486B91FE96}"/>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846BD1A6-D4AE-650F-F3A4-B625F864D097}"/>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070B92CB-9E73-6986-AD79-FA7B36D96E03}"/>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C2584458-400A-1B96-4E7E-C51DBC550D2F}"/>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51190D1F-EFA3-1000-5AAC-E4D96BE22220}"/>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1B944671-DC4D-21B1-891D-57C2225C6174}"/>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ECC77E20-0A20-5794-F29D-CBF119A2601F}"/>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247D3398-40AC-AE6E-F978-1D6809CF7260}"/>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3F91C9DF-AA89-7FD4-EB3B-F64BC46F589F}"/>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DE5706F7-A512-9825-CD7D-F6673330A96D}"/>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58F76E73-360B-8EE8-3473-1428725BB3E5}"/>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831597BC-FDF6-DADF-59F0-74ABB1CC304C}"/>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pic>
        <p:nvPicPr>
          <p:cNvPr id="403" name="Picture 2" descr="Raspberry icon - Free download on Iconfinder">
            <a:extLst>
              <a:ext uri="{FF2B5EF4-FFF2-40B4-BE49-F238E27FC236}">
                <a16:creationId xmlns:a16="http://schemas.microsoft.com/office/drawing/2014/main" id="{2E92830B-A8A6-1DD3-4B99-24AF1C299994}"/>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B97A0F57-25AC-2214-4BB8-2E17F5A912FB}"/>
              </a:ext>
            </a:extLst>
          </p:cNvPr>
          <p:cNvPicPr>
            <a:picLocks noChangeAspect="1" noChangeArrowheads="1"/>
          </p:cNvPicPr>
          <p:nvPr/>
        </p:nvPicPr>
        <p:blipFill>
          <a:blip r:embed="rId20">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F583EBEC-ABE9-7171-E787-37042A99F3A2}"/>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13411022-9BD7-3FE6-7148-12631B29FDDE}"/>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77AA99C5-845E-A27E-8547-C1CA55726A03}"/>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97F64CF8-0470-AEA4-197F-49A669891FEF}"/>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4" name="Graphic 78" descr="Long-term security credential resource icon for the IAM service.">
            <a:extLst>
              <a:ext uri="{FF2B5EF4-FFF2-40B4-BE49-F238E27FC236}">
                <a16:creationId xmlns:a16="http://schemas.microsoft.com/office/drawing/2014/main" id="{0C69FE9F-D5CA-5B77-3162-64E509E9FF71}"/>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804122" y="4178574"/>
            <a:ext cx="457200" cy="457200"/>
          </a:xfrm>
          <a:prstGeom prst="rect">
            <a:avLst/>
          </a:prstGeom>
        </p:spPr>
      </p:pic>
    </p:spTree>
    <p:extLst>
      <p:ext uri="{BB962C8B-B14F-4D97-AF65-F5344CB8AC3E}">
        <p14:creationId xmlns:p14="http://schemas.microsoft.com/office/powerpoint/2010/main" val="3027962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BFD56-350C-5754-5FF0-6A60A07B2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AC0BDB-C125-DE53-0C60-DF64B9A0219C}"/>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0143AE7E-AD98-D125-DD0C-7E23ED859039}"/>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3A37AEC3-4D7B-A266-4DD6-3B7CD5FB431C}"/>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DB628AB9-02A3-12C2-BA64-CA3E62FA2F58}"/>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1A588B6C-576A-77C0-D76B-ED3E9A655C93}"/>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984AE1EE-C678-C893-4354-8E65EF50FAB9}"/>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B191C0C0-674B-8770-9932-7B3CFA4B292C}"/>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9F6FE498-9874-AA52-5C40-0D8E79444D86}"/>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3CE0EB1C-8447-A059-65E4-76A944A220BB}"/>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2E5CEBC0-0339-10C1-28F5-E520762349BE}"/>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4" name="グループ化 233">
            <a:extLst>
              <a:ext uri="{FF2B5EF4-FFF2-40B4-BE49-F238E27FC236}">
                <a16:creationId xmlns:a16="http://schemas.microsoft.com/office/drawing/2014/main" id="{66F7959B-BF73-8838-EB7A-308A43B1D9F8}"/>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D1D93141-FDEA-B7C1-EC0D-4F8B93F65928}"/>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7C2E8539-93A9-F760-16B3-E2A1F64A52F6}"/>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C28A754C-BB4B-F659-030C-3A5523C2BAA5}"/>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D007D00D-8737-A7B1-0CDD-D77883E1F7C2}"/>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40198167-7742-429D-234A-C0EFB0FC149F}"/>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2B73E64B-11A7-3AEC-DF14-881C893C51B6}"/>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941E5AE7-252F-B8CC-0917-82DAA2707678}"/>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1EF93901-4DFA-B755-6005-1A1EB9AE6A09}"/>
                </a:ext>
              </a:extLst>
            </p:cNvPr>
            <p:cNvPicPr>
              <a:picLocks noChangeAspect="1"/>
            </p:cNvPicPr>
            <p:nvPr/>
          </p:nvPicPr>
          <p:blipFill>
            <a:blip r:embed="rId11">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FBEDCC4B-A076-7919-6FF0-9CE05DDC4FE2}"/>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EB7E3FBE-FA2A-FFB8-0344-6B4E9A51FAD5}"/>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FC14847F-8296-ADFB-15F0-8E1505D2417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EB0B8715-ABA6-ED2C-D8D4-F6D9F4FB5906}"/>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4" name="グループ化 243">
            <a:extLst>
              <a:ext uri="{FF2B5EF4-FFF2-40B4-BE49-F238E27FC236}">
                <a16:creationId xmlns:a16="http://schemas.microsoft.com/office/drawing/2014/main" id="{B559A593-F8D9-00DB-23F6-B8C98E948DC4}"/>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D4E1EC7D-71BE-68AB-2090-974C4638BD7E}"/>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F6E744A5-617D-FE61-8E5C-96C8379F3699}"/>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A2B96B76-9860-E3D1-02FB-7E7C77CEE2BA}"/>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1907DAF0-4236-3E66-624D-C27D681B1BA6}"/>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D2CC37E9-F562-E82D-EBD9-EFD57A07D9FC}"/>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1E3482D3-18D0-EAD5-1C0F-A1D0B8F4FEE9}"/>
                </a:ext>
              </a:extLst>
            </p:cNvPr>
            <p:cNvPicPr>
              <a:picLocks noChangeAspect="1" noChangeArrowheads="1"/>
            </p:cNvPicPr>
            <p:nvPr/>
          </p:nvPicPr>
          <p:blipFill>
            <a:blip r:embed="rId14">
              <a:extLst>
                <a:ext uri="{96DAC541-7B7A-43D3-8B79-37D633B846F1}">
                  <asvg:svgBlip xmlns:asvg="http://schemas.microsoft.com/office/drawing/2016/SVG/main" r:embed="rId15"/>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8B873385-D5BB-8234-5ABC-AB18289C1F6E}"/>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D11ABB8D-0FDF-7933-4AED-BE0711F9DAA1}"/>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AB2D1062-3AF1-52CA-AB72-1A4967571A77}"/>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2C723860-B8E2-47F7-8BB0-66F3A71C7A39}"/>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0F0F1CBC-3519-48EB-80AC-1EF1F94E4C18}"/>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85730D8E-8306-02A1-A3FA-426874CA29CC}"/>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663828" y="5053261"/>
            <a:ext cx="416212" cy="416212"/>
          </a:xfrm>
          <a:prstGeom prst="rect">
            <a:avLst/>
          </a:prstGeom>
        </p:spPr>
      </p:pic>
      <p:grpSp>
        <p:nvGrpSpPr>
          <p:cNvPr id="267" name="Group 1" descr="AWS Cloud group with AWS logo.">
            <a:extLst>
              <a:ext uri="{FF2B5EF4-FFF2-40B4-BE49-F238E27FC236}">
                <a16:creationId xmlns:a16="http://schemas.microsoft.com/office/drawing/2014/main" id="{12E63C67-E70C-D8C9-9D4E-787E4C5D7A42}"/>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26B7CFBA-2126-E886-ECBF-A9C878393357}"/>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66102DE5-D320-DEAA-F037-91B9B50FEB47}"/>
                </a:ext>
              </a:extLst>
            </p:cNvPr>
            <p:cNvPicPr>
              <a:picLocks noChangeAspect="1"/>
            </p:cNvPicPr>
            <p:nvPr/>
          </p:nvPicPr>
          <p:blipFill>
            <a:blip r:embed="rId20">
              <a:extLst>
                <a:ext uri="{96DAC541-7B7A-43D3-8B79-37D633B846F1}">
                  <asvg:svgBlip xmlns:asvg="http://schemas.microsoft.com/office/drawing/2016/SVG/main" r:embed="rId21"/>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862F2158-DAE2-A650-E904-489A8C0F425D}"/>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9B9502E6-EFB8-7A4D-47E2-191AE3C39FE2}"/>
              </a:ext>
            </a:extLst>
          </p:cNvPr>
          <p:cNvPicPr>
            <a:picLocks noChangeAspect="1"/>
          </p:cNvPicPr>
          <p:nvPr/>
        </p:nvPicPr>
        <p:blipFill>
          <a:blip r:embed="rId22">
            <a:grayscl/>
            <a:extLst>
              <a:ext uri="{96DAC541-7B7A-43D3-8B79-37D633B846F1}">
                <asvg:svgBlip xmlns:asvg="http://schemas.microsoft.com/office/drawing/2016/SVG/main" r:embed="rId23"/>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330ED0B3-E6A9-0E46-2655-4A3655AD5C24}"/>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961D148E-290F-CE04-5288-104A8F2E029E}"/>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3DE25341-BDD3-6763-3735-1D5BBCD373B5}"/>
              </a:ext>
            </a:extLst>
          </p:cNvPr>
          <p:cNvPicPr>
            <a:picLocks noChangeAspect="1"/>
          </p:cNvPicPr>
          <p:nvPr/>
        </p:nvPicPr>
        <p:blipFill>
          <a:blip r:embed="rId22">
            <a:grayscl/>
            <a:extLst>
              <a:ext uri="{96DAC541-7B7A-43D3-8B79-37D633B846F1}">
                <asvg:svgBlip xmlns:asvg="http://schemas.microsoft.com/office/drawing/2016/SVG/main" r:embed="rId23"/>
              </a:ext>
            </a:extLst>
          </a:blip>
          <a:srcRect l="25148" t="16203" r="25948" b="16205"/>
          <a:stretch/>
        </p:blipFill>
        <p:spPr>
          <a:xfrm rot="16200000">
            <a:off x="1042395"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58B458BE-0274-A00B-C8A9-FA82C57EE732}"/>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F46D0DC4-2906-718B-FC98-D40F82D9DFCD}"/>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385BB542-A80C-5D94-D42A-0DACACF04020}"/>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E13546F4-11DD-AE3F-29E9-4E566C57BFC9}"/>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340DF0F3-3F94-61AB-BCEB-2D69A67D6146}"/>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0AC78B7D-9E14-F9D9-1450-68A86332F9AA}"/>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38EBA9ED-22A6-BDCB-3CAC-CA3E017A9BA4}"/>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84289BFD-C0D3-9866-580F-D6621DDD82FA}"/>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B209B8C9-5C2B-CF38-8829-B34A09B8EB63}"/>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195B2184-C739-D264-8BDA-CE895FFAB146}"/>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2DC4A0E1-AA81-6CBF-85D2-8AE3F8117F1A}"/>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AFA8512D-C66C-595F-3200-F583ACC01FDC}"/>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49597F22-191B-D87C-34B8-1BCBD04B0320}"/>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0497BBFA-554A-41F4-7C49-FD5EC029BC59}"/>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94" name="Elbow Connector 22" descr="Elbow horizontal arrow pointing right (1).">
            <a:extLst>
              <a:ext uri="{FF2B5EF4-FFF2-40B4-BE49-F238E27FC236}">
                <a16:creationId xmlns:a16="http://schemas.microsoft.com/office/drawing/2014/main" id="{B9886A2C-409D-E7B1-E348-3FD60D307F41}"/>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90EBD45A-BB82-5FE2-C440-2DE2ADD77ED2}"/>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B1FBE2E0-3B49-4F3F-2712-668139DBF168}"/>
              </a:ext>
            </a:extLst>
          </p:cNvPr>
          <p:cNvPicPr>
            <a:picLocks noChangeAspect="1" noChangeArrowheads="1"/>
          </p:cNvPicPr>
          <p:nvPr/>
        </p:nvPicPr>
        <p:blipFill>
          <a:blip r:embed="rId24">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F09B1EAA-DB6F-2D75-72D5-C3B6E1BBC752}"/>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8A3E94AD-5AA4-AD4E-66F0-081CC8668D59}"/>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DF1AEF14-C671-6C55-43AE-A1EE3A5BC1C1}"/>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EE0A49FF-01DC-57BE-C94F-E3DF425972C1}"/>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87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F0EED-7CE8-B414-EB57-94792F64184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D0425E-84F7-F6DE-C128-B816B23428EB}"/>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814A2E26-9E54-3B5D-ADB0-DA83FC274747}"/>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5B38219D-76AC-6E6F-7915-BC7275C021B9}"/>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24393448-04CA-89A5-569E-FC3A632B4B07}"/>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007548CE-165A-46B0-CA6B-7028B8A20450}"/>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B8AEBC80-7EAA-1C91-05D0-8F4BC03037F5}"/>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690ABD9E-2E2A-67AB-0BFC-4FCE42FFF92A}"/>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38313332-1621-DFE1-2587-B18581033ABE}"/>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993C5294-3929-2310-E39D-A9684C245BB1}"/>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44767FFF-F174-B58B-ACDA-840391501A5E}"/>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E685BADC-4674-B8E5-AE5A-0CB3821516F2}"/>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BCA1AB9F-9866-F346-761F-BFF45A148DDA}"/>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B73B1D3A-20EB-9302-4924-2CDE9277D3EA}"/>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746E84D6-9240-118C-4E8F-86824BCF10DF}"/>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97F24834-436B-ECCF-9D7D-48DF2B4932FA}"/>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20C22514-E926-F603-8694-FBF95240FB6E}"/>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3CBCC3F2-21D5-9D90-8707-090C213ADB46}"/>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993AFCC0-FC3D-EA10-9993-5D85B8DFEA9A}"/>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287EDB12-2543-C59F-CDC0-FFBD1F0DD786}"/>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4F066557-8186-1E8F-AF1A-D352CD6CEE55}"/>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6CF48345-50D9-3DBD-3410-9B220F49C07D}"/>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E0A3FA2F-06BA-26B0-D179-3DE7E5A3A8C8}"/>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1DF448B6-04BF-C82B-A9A8-1FE94A4AF245}"/>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23E416AC-4EB9-3838-824D-9AC77DBEB8F9}"/>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A56E5453-92F6-5AE4-3E8C-0E66642FDD0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AB409314-CC55-26E2-7B0A-ABAAB8FF8AD0}"/>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4" name="グループ化 243">
            <a:extLst>
              <a:ext uri="{FF2B5EF4-FFF2-40B4-BE49-F238E27FC236}">
                <a16:creationId xmlns:a16="http://schemas.microsoft.com/office/drawing/2014/main" id="{F24CACE4-A94A-8EB3-5622-B3721CE53C6D}"/>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B4EE0A56-3BEA-25FC-2FF3-7928BA8DBE23}"/>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D5A7A3C5-04B4-250E-C9F0-32970380C935}"/>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57AF970E-A38B-F71A-31DC-B9F3FAF171F2}"/>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8E9455BE-A61A-5ABB-AF1A-BDCADE4B11A4}"/>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1DB5EECE-FF23-9B21-8C8F-E3E0EFBCCD51}"/>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2B058E88-006A-DEDC-42F8-05D9DC981170}"/>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0F954A59-468B-42C5-A467-6A4641F425C4}"/>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36C356FB-466A-0675-9424-FBB63B7D007A}"/>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82A12096-734C-E655-60E9-A776181DF279}"/>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510E2C31-478D-4168-FEB9-628CF869FDED}"/>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2D7745F7-A5B1-0918-AD7C-BABD9A04BC47}"/>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3D24E470-D017-32B4-20EC-58B62418EBF4}"/>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3663828" y="5053261"/>
            <a:ext cx="416212" cy="416212"/>
          </a:xfrm>
          <a:prstGeom prst="rect">
            <a:avLst/>
          </a:prstGeom>
        </p:spPr>
      </p:pic>
      <p:grpSp>
        <p:nvGrpSpPr>
          <p:cNvPr id="267" name="Group 1" descr="AWS Cloud group with AWS logo.">
            <a:extLst>
              <a:ext uri="{FF2B5EF4-FFF2-40B4-BE49-F238E27FC236}">
                <a16:creationId xmlns:a16="http://schemas.microsoft.com/office/drawing/2014/main" id="{BC5D102A-FDC9-D3D4-8F1C-C536DD179831}"/>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39341245-42A3-7202-4072-F7E1DFA3639E}"/>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D3388784-9BAD-D708-6122-39D15F1990E2}"/>
                </a:ext>
              </a:extLst>
            </p:cNvPr>
            <p:cNvPicPr>
              <a:picLocks noChangeAspect="1"/>
            </p:cNvPicPr>
            <p:nvPr/>
          </p:nvPicPr>
          <p:blipFill>
            <a:blip r:embed="rId22">
              <a:extLst>
                <a:ext uri="{96DAC541-7B7A-43D3-8B79-37D633B846F1}">
                  <asvg:svgBlip xmlns:asvg="http://schemas.microsoft.com/office/drawing/2016/SVG/main" r:embed="rId23"/>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EF6F9C73-DE76-045B-37B8-EC99C77F3B5B}"/>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F62170FD-739B-E03D-5AEC-F70D139DD66A}"/>
              </a:ext>
            </a:extLst>
          </p:cNvPr>
          <p:cNvPicPr>
            <a:picLocks noChangeAspect="1"/>
          </p:cNvPicPr>
          <p:nvPr/>
        </p:nvPicPr>
        <p:blipFill>
          <a:blip r:embed="rId24">
            <a:grayscl/>
            <a:extLst>
              <a:ext uri="{96DAC541-7B7A-43D3-8B79-37D633B846F1}">
                <asvg:svgBlip xmlns:asvg="http://schemas.microsoft.com/office/drawing/2016/SVG/main" r:embed="rId25"/>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ED05CD41-B441-CBFF-F898-861CD71695A8}"/>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5B84DDF3-8118-11DF-4C06-0810B6745DCC}"/>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76B6C615-2370-06E2-060D-CE15A0C66DA7}"/>
              </a:ext>
            </a:extLst>
          </p:cNvPr>
          <p:cNvPicPr>
            <a:picLocks noChangeAspect="1"/>
          </p:cNvPicPr>
          <p:nvPr/>
        </p:nvPicPr>
        <p:blipFill>
          <a:blip r:embed="rId24">
            <a:grayscl/>
            <a:extLst>
              <a:ext uri="{96DAC541-7B7A-43D3-8B79-37D633B846F1}">
                <asvg:svgBlip xmlns:asvg="http://schemas.microsoft.com/office/drawing/2016/SVG/main" r:embed="rId25"/>
              </a:ext>
            </a:extLst>
          </a:blip>
          <a:srcRect l="25148" t="16203" r="25948" b="16205"/>
          <a:stretch/>
        </p:blipFill>
        <p:spPr>
          <a:xfrm rot="16200000">
            <a:off x="1042395"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B20EDF4A-5D40-0972-6884-5D70F97C9CF1}"/>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22843453-4FBC-41B4-64B2-C0610DBB2A6D}"/>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A5F700DC-40CC-F531-4DAF-A4C7CC1996B3}"/>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DD3AEEDD-09C2-D4EA-3A95-5FED85DF7020}"/>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32AA5517-4F2A-F9A4-7F00-2606047D1786}"/>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98FB23B4-8561-E2A3-018A-301A3D95D41C}"/>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EDCAB2C9-5216-E717-5E38-5C096022D64D}"/>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6B3ADAB1-FCB0-82CB-D682-6AFC91919841}"/>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6271BCE8-0B27-A8EC-3ED6-81B5F96EDDEF}"/>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F05F9B9E-2ECA-28BF-BF60-B67D56290587}"/>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E03B64C4-0D39-62FA-BCB6-1BC49D7E63D5}"/>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14EC760E-177B-E604-E54B-449D1D3CAE55}"/>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EFFF7EE8-4D54-BD7E-2FAF-0C6222283146}"/>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83FC815A-C4C2-D1FE-EBFB-EF67D4ADFE46}"/>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94" name="Elbow Connector 22" descr="Elbow horizontal arrow pointing right (1).">
            <a:extLst>
              <a:ext uri="{FF2B5EF4-FFF2-40B4-BE49-F238E27FC236}">
                <a16:creationId xmlns:a16="http://schemas.microsoft.com/office/drawing/2014/main" id="{2263776E-934D-C2A9-CB7A-22B91D83C9C2}"/>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91FBDDFE-0E47-CF86-0151-977099672886}"/>
              </a:ext>
            </a:extLst>
          </p:cNvPr>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672D924D-3834-F1F3-CE1A-0F1FC3F50E99}"/>
              </a:ext>
            </a:extLst>
          </p:cNvPr>
          <p:cNvPicPr>
            <a:picLocks noChangeAspect="1" noChangeArrowheads="1"/>
          </p:cNvPicPr>
          <p:nvPr/>
        </p:nvPicPr>
        <p:blipFill>
          <a:blip r:embed="rId26">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60DC58FF-6C84-6AD7-9D32-50771135BB32}"/>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E1065BC2-71CF-EF1C-B359-B69C4D0C3CCB}"/>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18CB04EA-A27A-72A3-9647-938D2E0D424D}"/>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20FC12ED-91FD-2F1F-42D5-884AA7DCF2CB}"/>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66017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83AC7-EE02-683D-7B33-6359C7193D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5D94B9-E3CB-43AD-6249-EDBB1C163729}"/>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1760D6C0-40F6-2D9C-C5B2-CF18B321BE38}"/>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7F95D302-D74E-8210-C1F8-F052AD9E4DAA}"/>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0736C9F0-B92D-3694-341B-422CC815685A}"/>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E2FD2C8F-5EE6-C1CC-02F5-E4E43AA980FC}"/>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9CC13B01-1747-4529-0F0B-FD1C404140E9}"/>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A29EC8F4-4C72-5F50-09BF-7C285FB8969D}"/>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B4ED0BDC-343A-BA99-CE4D-DBF048A16E29}"/>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AC0E66BE-0A3B-9B15-4682-9AE3F9F0AF78}"/>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87619373-58FD-D3DB-9F06-56914C65D32E}"/>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4A3C815E-C508-D9F4-D030-07C50878FCDA}"/>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9AF0BD86-83CB-C9E5-E0CD-62F6C073C1B8}"/>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5166DC44-66D1-0DAF-79E8-55B6E0994EC2}"/>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E28217FF-2484-7C17-BA24-67CD7C336958}"/>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F82AC00F-CDCF-E3CF-8564-283AD6035E47}"/>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E0364E53-7444-54DE-3E5A-B3E2B957ECF5}"/>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A5433161-5C2D-4AF4-110A-CA967DCD49F3}"/>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D68C78AE-EA91-2BAF-856D-1BB01AFB3847}"/>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5183E8E2-52E8-3878-B6E3-A3C0906B4E7E}"/>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B439C67F-B26A-DFB7-9F59-202969E6959D}"/>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74A5B395-0FC6-7BFD-FD86-0065EBFD43A5}"/>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C99D7B7B-375D-BA0A-7243-760F4D69D5B4}"/>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E21565F9-D837-1586-B41F-22DA4231449D}"/>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A8A68378-B416-DABF-490D-58C5B00CE10C}"/>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C65901B5-E40A-BEBC-8643-C63A6153A05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3B874E29-CB9B-94E8-1E33-ACE7195C192E}"/>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4" name="グループ化 243">
            <a:extLst>
              <a:ext uri="{FF2B5EF4-FFF2-40B4-BE49-F238E27FC236}">
                <a16:creationId xmlns:a16="http://schemas.microsoft.com/office/drawing/2014/main" id="{F7C803A3-F591-AE6C-9510-15D31E40B404}"/>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D9B05810-5FBD-B283-BB6C-6A1645B62150}"/>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759C0DF0-988F-062D-75C7-96F7E255E9D7}"/>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58D7FB2C-F2E7-5335-9ED8-49880B70E1FE}"/>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8D1F589E-6D75-4426-60A2-B8F50E134F3A}"/>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C4A581D1-A362-A489-F898-C81ED0C2B861}"/>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DEE72994-218C-04FD-81EE-53005B3CA3D4}"/>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F7483319-3BFF-ECA5-3122-39E7BC12549C}"/>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C390C892-80EE-330F-B328-0D14EBC7C49C}"/>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AE12E335-1608-52E4-C03C-8F6631FE2625}"/>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2A4861C1-7A0E-9FA9-2089-FDFC84F11893}"/>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C4E886D2-F8AF-07DA-C8AE-867B846A3C67}"/>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2D4BD550-617C-3F86-B703-1CD10F688490}"/>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E3D97E8E-B00C-416E-B462-2F1106FC372E}"/>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AE96ED44-6CD5-9893-A018-28FE946B45DD}"/>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7A6D1F79-E38C-707C-BA5B-E5F6594FA3C4}"/>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0F5D6F92-760F-C11A-4056-20C625F39D7B}"/>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932F6E13-EB3D-CF46-2C95-4552F098257F}"/>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5D297655-A806-585A-E93A-89F29727DF7E}"/>
                </a:ext>
              </a:extLst>
            </p:cNvPr>
            <p:cNvPicPr>
              <a:picLocks noChangeAspect="1"/>
            </p:cNvPicPr>
            <p:nvPr/>
          </p:nvPicPr>
          <p:blipFill>
            <a:blip r:embed="rId22">
              <a:extLst>
                <a:ext uri="{96DAC541-7B7A-43D3-8B79-37D633B846F1}">
                  <asvg:svgBlip xmlns:asvg="http://schemas.microsoft.com/office/drawing/2016/SVG/main" r:embed="rId23"/>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63C40A4D-8237-899D-01E6-5DC36AB8CFCB}"/>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B4CB0908-BF60-5849-58FC-3DAB1D1D8A29}"/>
              </a:ext>
            </a:extLst>
          </p:cNvPr>
          <p:cNvPicPr>
            <a:picLocks noChangeAspect="1"/>
          </p:cNvPicPr>
          <p:nvPr/>
        </p:nvPicPr>
        <p:blipFill>
          <a:blip r:embed="rId24">
            <a:grayscl/>
            <a:extLst>
              <a:ext uri="{96DAC541-7B7A-43D3-8B79-37D633B846F1}">
                <asvg:svgBlip xmlns:asvg="http://schemas.microsoft.com/office/drawing/2016/SVG/main" r:embed="rId25"/>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49B4A7C4-43A7-6C16-5304-3C0BB98DCCA6}"/>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B169E397-AB9E-FC09-6158-8B500C2767D8}"/>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62C842E9-6176-00FD-0484-7D7206557019}"/>
              </a:ext>
            </a:extLst>
          </p:cNvPr>
          <p:cNvPicPr>
            <a:picLocks noChangeAspect="1"/>
          </p:cNvPicPr>
          <p:nvPr/>
        </p:nvPicPr>
        <p:blipFill>
          <a:blip r:embed="rId24">
            <a:grayscl/>
            <a:extLst>
              <a:ext uri="{96DAC541-7B7A-43D3-8B79-37D633B846F1}">
                <asvg:svgBlip xmlns:asvg="http://schemas.microsoft.com/office/drawing/2016/SVG/main" r:embed="rId25"/>
              </a:ext>
            </a:extLst>
          </a:blip>
          <a:srcRect l="25148" t="16203" r="25948" b="16205"/>
          <a:stretch/>
        </p:blipFill>
        <p:spPr>
          <a:xfrm rot="16200000">
            <a:off x="1042395"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E18719DD-96A6-9462-C356-EC662933750B}"/>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998BC15A-07A5-F27F-9138-5005CAEA5B2C}"/>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1B6C32E2-AF53-18A1-4D5A-5D64894D45E6}"/>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BB50D693-1C9C-EC5C-0806-85E00263DC0B}"/>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34E6BD83-78AF-F585-A705-C5E2BE7F8670}"/>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EBF97763-F227-9A39-9562-478285E6B3BD}"/>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9CAD4475-89BB-4B76-D163-EF75008FF279}"/>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21581EFC-9DEA-3762-281D-2329A05D1EC0}"/>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1645250E-3BE0-EC99-62D9-73EC5502C6B1}"/>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B3956ADF-B1D4-3B0B-47E7-556AD2E6BCC0}"/>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1AB9C7AD-8D99-4690-27E7-E71864F8AE01}"/>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25F7F49A-E810-9A46-41EE-A002EFF249AC}"/>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8D97E660-9C15-7CE3-E0C8-34C9BC8888D1}"/>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DDDC401C-1E32-528A-8A4A-C228A75322C7}"/>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D7F2B5F3-9E7B-726F-FE52-551D0A87D618}"/>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73453ED3-F294-C3F4-5568-7A2900BE767E}"/>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DF20083B-1D53-9864-5F7A-5D3E6BCA9DAF}"/>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A12E06BA-4D45-2392-B938-25FA436F971B}"/>
              </a:ext>
            </a:extLst>
          </p:cNvPr>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6F15027A-F092-787F-25B4-52CC7A65B015}"/>
              </a:ext>
            </a:extLst>
          </p:cNvPr>
          <p:cNvPicPr>
            <a:picLocks noChangeAspect="1" noChangeArrowheads="1"/>
          </p:cNvPicPr>
          <p:nvPr/>
        </p:nvPicPr>
        <p:blipFill>
          <a:blip r:embed="rId26">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ED9CAA8E-D1EA-DB02-4D5B-5FD311ED7A25}"/>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F751EC11-BA82-ABC2-53BB-C409B43AA305}"/>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D12E09B4-EF1F-8755-8851-3EBB762B405A}"/>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93B3AC4B-3816-2D23-E362-D1F223535D55}"/>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34436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B6D48-A938-8239-08C7-D20C9B5D76F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E494FA9-7EF7-5E32-6D1D-8DAF59E52E44}"/>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2F4F7246-B433-E83C-8110-B6974354C59D}"/>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0A1498F6-1C45-1EA0-2B14-F5903A24DDF8}"/>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E4F559D5-D550-E3F2-AD79-7476B0D6F7A5}"/>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E43E9518-86D2-CBCF-52EF-0F981FA0E4D1}"/>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16F89749-1A2E-EF2E-B33D-5F130EEBA538}"/>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AEF57244-564D-7637-3482-9815813181B4}"/>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8B4A9965-2F81-FC97-BB91-32D3E3346459}"/>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9690F786-7A8D-7213-A0DD-8BB82972ADEB}"/>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91E0FB77-A10B-6825-586C-708F47EF91B3}"/>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12A3E045-13E6-1B7C-DE7F-A8D0DE9E63EC}"/>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CEB89874-CA9D-61AB-EFE4-E30F91EB0917}"/>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4BB4737E-526F-736B-6FB7-A27EAA6C01BE}"/>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F8C5558A-B546-C22F-1293-E0B897BF7B62}"/>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149B8296-A1C8-4D80-6A41-85009726196D}"/>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27496E09-2BEA-5E64-5A81-A17B443619C6}"/>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ED780B21-AC70-83ED-500C-A86E088BDC7F}"/>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2BCCEE63-FD30-D586-21D3-3A8BE063B223}"/>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B18A7783-3BC2-2835-2404-E9529E6E133D}"/>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4EB7121A-577E-2D36-334F-6A4D06113EF4}"/>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795F3E01-6E3B-81FA-A805-57EE5F31B168}"/>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AA877027-43EC-00A7-61E0-170277565911}"/>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F40D8FB5-0AE9-0588-DECB-D0641330DD00}"/>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EFE80B18-159B-7E5F-4B1F-40CA644006FA}"/>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755B829E-E3B1-A7AA-3B90-E8FDE35B42A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BB033714-B7B7-4FA3-597B-0D3D923EE013}"/>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936C80E0-1EC0-EE3D-97D4-FA87AA64C20D}"/>
              </a:ext>
            </a:extLst>
          </p:cNvPr>
          <p:cNvGrpSpPr/>
          <p:nvPr/>
        </p:nvGrpSpPr>
        <p:grpSpPr>
          <a:xfrm>
            <a:off x="5655352"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6702A09A-992F-E600-28C8-59E471085821}"/>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484DEA7D-141C-7E65-E424-DC6DB7637BCE}"/>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996869B7-A665-CED2-A457-D609FABF2C48}"/>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C15F3078-23B1-129C-41C5-67CF5A477B26}"/>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EB582D6E-8761-F0A3-E66F-177FACE4EE38}"/>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75BCDFF7-C6A9-5411-AC34-D6DD1928BBB5}"/>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888E3C53-A534-3555-57F9-5338BFCB85E8}"/>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CCE10F53-6CEF-CB13-571B-4AB197365E84}"/>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6BE3B22A-CF5E-D67B-DB01-D3BE9CDE56C8}"/>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2FE39B42-36C1-07AF-010B-EEE7BC3D63F8}"/>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69A3566F-27D8-CA29-BDA9-BF61F49AA4E6}"/>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7D19864A-3C36-E535-C405-CD0BEE88F160}"/>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AD8AEBB2-F6EE-9E45-30B6-0C2D92E0F588}"/>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05E842CD-C8D5-AD7B-A69F-90F4B9F4499F}"/>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5C1BB1CA-DE10-AD8D-71ED-CAB86A6C8042}"/>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7BE53A38-77B8-71FC-A17D-BB4B3E622087}"/>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DDF7E258-8FE4-C87A-B545-8A1E5767D2C6}"/>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3DD4C2CE-BAB9-3B58-79D7-70FAC779C1D2}"/>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0B1935E3-B4EB-3A40-0B95-AB29538B3CED}"/>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3D523147-681A-7351-9C7E-7168CB446BAD}"/>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712DEE8D-3CDC-8B53-A729-00E288B3C68B}"/>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A8EC53A5-EA45-2BB1-2CEE-080460CCB79E}"/>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2A502A23-B749-CC85-2B61-E052D724EFBF}"/>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DA25C76F-F8E5-99BD-5E84-B5FF7418BAF8}"/>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CBF2163F-2987-1A9A-F3F9-CFAF9285D180}"/>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B02D4FBD-AC05-1C75-819E-DD1603BF915B}"/>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042395"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4A01C4B3-3B37-1DA1-6004-CDFFB50EE4C9}"/>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A04937D5-20D7-5C7A-9F82-87E296FC01B5}"/>
              </a:ext>
            </a:extLst>
          </p:cNvPr>
          <p:cNvCxnSpPr>
            <a:cxnSpLocks/>
            <a:stCxn id="282" idx="0"/>
            <a:endCxn id="295" idx="2"/>
          </p:cNvCxnSpPr>
          <p:nvPr/>
        </p:nvCxnSpPr>
        <p:spPr>
          <a:xfrm flipV="1">
            <a:off x="6257001"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8A04FE7B-58A6-ABD4-A1E5-8C902F512E99}"/>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B2A2572C-DDC9-954B-82A0-6FA2432C370C}"/>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467A57F6-5042-108F-CF29-731838509FF5}"/>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ACD9BF5A-13D2-3839-67EA-F8F87DBC0250}"/>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2AC7D129-5D7F-8D09-E683-65AA08F37605}"/>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30D38170-BAF8-8D5F-C546-66826EE2053C}"/>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00D789E3-C5BC-E546-BB5B-4CB98A672359}"/>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37BFA842-A665-F177-3862-F6C3FBB06E02}"/>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C56EF876-40ED-C23C-184B-21B049C50287}"/>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043B4E4B-7035-5A93-3B3F-5E32AB2546F1}"/>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30AD07D3-3CFA-9AB4-8F26-4969388CA657}"/>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F59139D3-C2A7-12BC-8633-4FC879CA61BB}"/>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0EC7CB90-A635-A7B0-1070-063AA01CBEB3}"/>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33ECD236-8284-0638-B814-61DA65B8E4FB}"/>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4689DC80-E1FB-EA6D-D445-9452E48EB9F8}"/>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3D46AE83-468F-86DC-1BE2-63E4321F32D5}"/>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6964DC45-85FB-B789-9C96-2DA23AE48A5F}"/>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07397682-2324-6553-AC2D-1656DE695A73}"/>
              </a:ext>
            </a:extLst>
          </p:cNvPr>
          <p:cNvPicPr>
            <a:picLocks noChangeAspect="1" noChangeArrowheads="1"/>
          </p:cNvPicPr>
          <p:nvPr/>
        </p:nvPicPr>
        <p:blipFill>
          <a:blip r:embed="rId28">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2BDC91A1-8A32-58C2-808C-5A5091AF8832}"/>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258A0DAF-50DA-2B44-17B4-A9F6B97343B7}"/>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C35CC184-A599-D7DC-FAC2-A686345D9BD9}"/>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AC69D21B-E418-F662-2526-9DD61DE778E5}"/>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3878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E92A4-B4B2-20A8-82D4-9EDA9BA66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F7A11E8-BD51-9A8B-30CA-09ADB1DBE3C8}"/>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2CF46FB3-9FB1-750B-E30B-85CA0A4AF754}"/>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B5862F56-DEC0-0FAD-D484-201DCCAA4FB6}"/>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DA8B01CD-E76F-A3BB-CDFB-97629C175311}"/>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F89077D5-83C1-FACE-2DF8-5E0BE907EFA6}"/>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E6D33FA2-46C0-72CB-65C3-E74F4FD46DE8}"/>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A9780FD5-B8A9-B262-0A5E-FFBC1EDCB55F}"/>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13709ECA-D0C1-41B9-3943-983F1E80D294}"/>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145CE22F-9FCF-3F93-CC12-04B46DE1313D}"/>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E884227C-4896-2D01-C318-BC98F2572017}"/>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7A679AD6-4304-2A81-346D-6F9E8DE69D13}"/>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736520DE-5AE8-EE49-3BDB-27A69B56FEA3}"/>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469C3D69-042D-FF1C-2AA6-10ABD59ABBCE}"/>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2D050AD4-0E90-22DC-117C-D50386E0BA7A}"/>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3DE3828E-3D49-4348-21FF-6392A8F13C3C}"/>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125E4338-9398-1C19-2A11-CD0D91067F6C}"/>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9B4631F7-7300-B271-FE18-A85E427D87D2}"/>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E1DF8D38-C88D-C3D1-7438-56A1A91C9838}"/>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22B5C47B-A881-2705-E6DB-9A6DA303AF0F}"/>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087AD298-A825-9B5B-E42F-2D198BF7B895}"/>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DC7083B7-A85E-690D-8965-836C17FB60AA}"/>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E57CB18C-F285-BBB8-A9AB-23BAC439D774}"/>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29B1C554-5DEF-240C-C49D-CF4FCEF9231B}"/>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46BCC437-21C3-464C-D6D1-D4BA37620690}"/>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098E7DBC-DC1C-2A09-9DFA-1A75A2EAED5A}"/>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2AA055C7-2C58-D8F8-0A0F-3F5C1453BE2E}"/>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7F1AB7F6-99D6-ABCA-79C1-9EFF9ACC1DCF}"/>
              </a:ext>
            </a:extLst>
          </p:cNvPr>
          <p:cNvGrpSpPr/>
          <p:nvPr/>
        </p:nvGrpSpPr>
        <p:grpSpPr>
          <a:xfrm>
            <a:off x="5655352"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F28B7CED-BFC8-EADB-4548-AB8BC0DD46B9}"/>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E3BCB08C-6E2B-EFAD-4178-0F34318B2B5F}"/>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B44BB4E7-2340-85F9-C947-163D5718E5FB}"/>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2DB66538-F3A9-9909-3098-169EAB7B75F2}"/>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713A77F2-49ED-3FFD-9648-3ADF883EAB48}"/>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C4EDD7FC-01A2-0523-CDD7-A0661CC81181}"/>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A252DADA-7F7F-6760-2B0A-7506A9DDB524}"/>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D69846A5-26C4-CC65-8295-4C961EA27590}"/>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9FB1CB69-0BFD-D9C8-8606-EEA5A96D70A6}"/>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64458942-7E97-207A-9C84-DC48D7DE1136}"/>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B0A59700-A778-4375-5F6C-B25B8C0FBBA9}"/>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4B747F34-E8F4-795A-2528-3AF9E3EC491A}"/>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32D3B166-AE86-7D24-B831-7A56049BA500}"/>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96671A59-3E69-68DD-0904-C8B9907BEF55}"/>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55428D8D-F204-D744-063C-DDE3D840B41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8CA550C5-4C1E-C63F-B4CE-5810F317CE9F}"/>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22BE79B5-AFAC-9079-4E1B-B1E288BB089E}"/>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F6D1C032-CFA6-CF7A-D9D9-4089CA5BECA6}"/>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969EE27B-1EF4-2823-C72D-8392F276520B}"/>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9C58D268-3F86-011D-2187-F631C2AFD3B2}"/>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00A72706-97FA-D901-0EA5-BDE79DAA70A7}"/>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984EF961-6128-F8F6-7172-EEB6798DC9AE}"/>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1DB4F7B9-6ED1-9D7D-80BE-8948DAF97D4F}"/>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1EB244B7-D95F-C7B0-E0D7-81AED1C8C323}"/>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B91BD80F-B2C5-C8F3-E579-0D7E255D303B}"/>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0F6A4104-5B7B-A460-CE90-A2C52AD3BFAA}"/>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042395" y="5874413"/>
            <a:ext cx="599552" cy="828660"/>
          </a:xfrm>
          <a:prstGeom prst="rect">
            <a:avLst/>
          </a:prstGeom>
        </p:spPr>
      </p:pic>
      <p:cxnSp>
        <p:nvCxnSpPr>
          <p:cNvPr id="325" name="Straight Arrow Connector 52" descr="Double pointing horizontal arrow.">
            <a:extLst>
              <a:ext uri="{FF2B5EF4-FFF2-40B4-BE49-F238E27FC236}">
                <a16:creationId xmlns:a16="http://schemas.microsoft.com/office/drawing/2014/main" id="{96AF6B53-98BA-CC4E-F916-1E44F3FFC2E3}"/>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29" name="Straight Arrow Connector 52" descr="Double pointing horizontal arrow.">
            <a:extLst>
              <a:ext uri="{FF2B5EF4-FFF2-40B4-BE49-F238E27FC236}">
                <a16:creationId xmlns:a16="http://schemas.microsoft.com/office/drawing/2014/main" id="{8DFD83C6-CED4-3E97-95C3-1D8A98D4DB83}"/>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2" name="Straight Arrow Connector 52" descr="Double pointing horizontal arrow.">
            <a:extLst>
              <a:ext uri="{FF2B5EF4-FFF2-40B4-BE49-F238E27FC236}">
                <a16:creationId xmlns:a16="http://schemas.microsoft.com/office/drawing/2014/main" id="{63FE34D7-1153-673D-71AA-1E1804A44F96}"/>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5B5208A9-CF29-8DAF-0D49-320D44768271}"/>
              </a:ext>
            </a:extLst>
          </p:cNvPr>
          <p:cNvCxnSpPr>
            <a:cxnSpLocks/>
            <a:stCxn id="282" idx="0"/>
            <a:endCxn id="295" idx="2"/>
          </p:cNvCxnSpPr>
          <p:nvPr/>
        </p:nvCxnSpPr>
        <p:spPr>
          <a:xfrm flipV="1">
            <a:off x="6257001"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22811D71-395D-5C0B-0204-B690FAA667B4}"/>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69718284-0738-273F-3EB0-C25B92E8102B}"/>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19F8A3EF-C126-6933-F4D0-B228A875B13C}"/>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8BA68CA5-83FA-87A5-4EF7-C2CF443A53F8}"/>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A65BDEB5-E02E-E417-0DD6-CF2953FFE0EE}"/>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cxnSp>
        <p:nvCxnSpPr>
          <p:cNvPr id="351" name="Straight Arrow Connector 52" descr="Double pointing horizontal arrow.">
            <a:extLst>
              <a:ext uri="{FF2B5EF4-FFF2-40B4-BE49-F238E27FC236}">
                <a16:creationId xmlns:a16="http://schemas.microsoft.com/office/drawing/2014/main" id="{0F044A8B-7ABF-74A0-E39D-4C0333D35C50}"/>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8263EE56-D1F7-6FD0-A9B9-044ED552FC45}"/>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grpSp>
        <p:nvGrpSpPr>
          <p:cNvPr id="361" name="グループ化 360">
            <a:extLst>
              <a:ext uri="{FF2B5EF4-FFF2-40B4-BE49-F238E27FC236}">
                <a16:creationId xmlns:a16="http://schemas.microsoft.com/office/drawing/2014/main" id="{762A2B05-2A7F-F7F3-A392-DBCF33AE14C0}"/>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B5A512C8-818B-CE66-4CF8-E76B0B4B47EF}"/>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C77A70F0-107B-B58E-4833-27D57A64C546}"/>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E37EA5D5-CC26-091E-342A-2C94428CF63F}"/>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B264485C-65B2-AB69-ABE4-7625D2A7C057}"/>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84ECBD37-CEAB-43E5-2E47-99D5B1A3B7F5}"/>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107EDB38-19A7-2DB6-5F62-EEEA9124FAC4}"/>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A3FA8876-3ACC-4B0C-E517-605C5F82326F}"/>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FEEB53DC-04A3-CDCB-4E93-C26379169E42}"/>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79EB4FFA-53F3-5828-110E-7A16EFD2F7D2}"/>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A2A455AF-A004-23AC-703E-FAFEF0FC885F}"/>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401" name="正方形/長方形 400">
            <a:extLst>
              <a:ext uri="{FF2B5EF4-FFF2-40B4-BE49-F238E27FC236}">
                <a16:creationId xmlns:a16="http://schemas.microsoft.com/office/drawing/2014/main" id="{A24CE7A6-D427-8FDE-A73F-6D6536C8B556}"/>
              </a:ext>
            </a:extLst>
          </p:cNvPr>
          <p:cNvSpPr/>
          <p:nvPr/>
        </p:nvSpPr>
        <p:spPr>
          <a:xfrm>
            <a:off x="3522240" y="926869"/>
            <a:ext cx="4831584" cy="5828334"/>
          </a:xfrm>
          <a:prstGeom prst="rect">
            <a:avLst/>
          </a:prstGeom>
          <a:solidFill>
            <a:srgbClr val="FFFFFF"/>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2" name="Picture 4" descr="AWS - inteltank">
            <a:extLst>
              <a:ext uri="{FF2B5EF4-FFF2-40B4-BE49-F238E27FC236}">
                <a16:creationId xmlns:a16="http://schemas.microsoft.com/office/drawing/2014/main" id="{D1425E57-C8C9-D01A-8284-9C55474927C6}"/>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4836946" y="3069170"/>
            <a:ext cx="2211582" cy="145227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Raspberry icon - Free download on Iconfinder">
            <a:extLst>
              <a:ext uri="{FF2B5EF4-FFF2-40B4-BE49-F238E27FC236}">
                <a16:creationId xmlns:a16="http://schemas.microsoft.com/office/drawing/2014/main" id="{5FEF8C1F-C02E-D1EA-EC8F-C45D7D613DF1}"/>
              </a:ext>
            </a:extLst>
          </p:cNvPr>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Raspberry icon - Free download on Iconfinder">
            <a:extLst>
              <a:ext uri="{FF2B5EF4-FFF2-40B4-BE49-F238E27FC236}">
                <a16:creationId xmlns:a16="http://schemas.microsoft.com/office/drawing/2014/main" id="{D2D648B4-E619-B589-E911-F982206C95B7}"/>
              </a:ext>
            </a:extLst>
          </p:cNvPr>
          <p:cNvPicPr>
            <a:picLocks noChangeAspect="1" noChangeArrowheads="1"/>
          </p:cNvPicPr>
          <p:nvPr/>
        </p:nvPicPr>
        <p:blipFill>
          <a:blip r:embed="rId29">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38974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F1D90-200B-2E6A-D38C-CA36009B69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DFA016-6747-2FE1-65EC-88D00C4DECC8}"/>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3DB763B0-F250-31F4-4008-E5091A63CAB5}"/>
              </a:ext>
            </a:extLst>
          </p:cNvPr>
          <p:cNvGrpSpPr/>
          <p:nvPr/>
        </p:nvGrpSpPr>
        <p:grpSpPr>
          <a:xfrm>
            <a:off x="6904519"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C5F15320-82B4-A93C-32BE-A2C187A737D1}"/>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C03508DF-BA99-3F04-FA4D-72A13907D5D2}"/>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F12CA006-14E8-4B53-AF61-9277FC7DA304}"/>
              </a:ext>
            </a:extLst>
          </p:cNvPr>
          <p:cNvGrpSpPr/>
          <p:nvPr/>
        </p:nvGrpSpPr>
        <p:grpSpPr>
          <a:xfrm>
            <a:off x="4522361"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5019AC16-DEBB-7F0A-9A94-AFE4FA8C6A2F}"/>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7C250F22-A012-6D35-4BC1-ECFE3BA82DB3}"/>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69100B37-C875-31F2-0604-E5593CCBDE48}"/>
              </a:ext>
            </a:extLst>
          </p:cNvPr>
          <p:cNvGrpSpPr/>
          <p:nvPr/>
        </p:nvGrpSpPr>
        <p:grpSpPr>
          <a:xfrm>
            <a:off x="5850438"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AF5006E9-876E-D0DC-D2AE-F426970BABA0}"/>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54535F8A-E4F8-8D6A-8567-9331C6B3BA95}"/>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DF86633F-2A7A-5599-5D4F-421D6A12F4E0}"/>
              </a:ext>
            </a:extLst>
          </p:cNvPr>
          <p:cNvGrpSpPr/>
          <p:nvPr/>
        </p:nvGrpSpPr>
        <p:grpSpPr>
          <a:xfrm>
            <a:off x="6894823" y="5692118"/>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FD1E212E-2857-E97F-D497-B041C8C3A1CC}"/>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4EC3DCD8-7601-E253-9681-A00A8CB516FD}"/>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49DB0722-8B91-45FB-9739-F2D9B61EE57D}"/>
              </a:ext>
            </a:extLst>
          </p:cNvPr>
          <p:cNvGrpSpPr/>
          <p:nvPr/>
        </p:nvGrpSpPr>
        <p:grpSpPr>
          <a:xfrm>
            <a:off x="4815974"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0A4AE6BE-DDB3-9EAA-3FB0-E1D924BE6AF2}"/>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E6998950-53AE-A600-140A-3FDBCC742019}"/>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C415294A-C1AB-BC7B-E10D-9F204A6DD9CD}"/>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277D89BB-5D0B-8A81-DCE6-C2A2F1DBEF69}"/>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B96AD97C-5796-9A37-DE84-7895A0F2B02D}"/>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FE0741E9-C8F0-0F0F-C685-E2DC4F5F668F}"/>
              </a:ext>
            </a:extLst>
          </p:cNvPr>
          <p:cNvCxnSpPr>
            <a:cxnSpLocks/>
            <a:endCxn id="296" idx="1"/>
          </p:cNvCxnSpPr>
          <p:nvPr/>
        </p:nvCxnSpPr>
        <p:spPr>
          <a:xfrm>
            <a:off x="2777961"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3624CD9B-00EC-3585-C51E-D4CF568BDD59}"/>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09614C5D-291D-CCF8-A258-827380807752}"/>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D940C426-B470-F45D-B71B-313E56FE1056}"/>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62D50222-3A64-28CE-2C1E-EC6E4B9260C7}"/>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ED962B26-0DD0-E64C-AD30-8694B2FDBCE5}"/>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D4610E36-BBD9-A2C5-E969-00837DAB6B38}"/>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DCBD0B31-392D-D357-C4B2-FD63515B62D8}"/>
              </a:ext>
            </a:extLst>
          </p:cNvPr>
          <p:cNvGrpSpPr/>
          <p:nvPr/>
        </p:nvGrpSpPr>
        <p:grpSpPr>
          <a:xfrm>
            <a:off x="5655352"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E8A16EB2-8AA7-D8FB-7C4D-03960A3F9E94}"/>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C84C12AB-44B3-84F1-2696-A94DDBA3B13F}"/>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0B7D9B7D-EDDE-E7B4-C4D8-F463FD442D71}"/>
              </a:ext>
            </a:extLst>
          </p:cNvPr>
          <p:cNvGrpSpPr/>
          <p:nvPr/>
        </p:nvGrpSpPr>
        <p:grpSpPr>
          <a:xfrm>
            <a:off x="5550985"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362CA47C-5D90-80C4-159F-78E72A503593}"/>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E9CF4A4E-36EE-655C-4ECD-DF2872A1E0D1}"/>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300BA184-882C-5454-4791-CBAE39077E9D}"/>
              </a:ext>
            </a:extLst>
          </p:cNvPr>
          <p:cNvSpPr txBox="1">
            <a:spLocks noChangeArrowheads="1"/>
          </p:cNvSpPr>
          <p:nvPr/>
        </p:nvSpPr>
        <p:spPr bwMode="auto">
          <a:xfrm>
            <a:off x="1707208"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986C3BD8-72D8-7A56-399D-AFE711861F6F}"/>
              </a:ext>
            </a:extLst>
          </p:cNvPr>
          <p:cNvSpPr/>
          <p:nvPr/>
        </p:nvSpPr>
        <p:spPr>
          <a:xfrm>
            <a:off x="4457026"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9D81D839-6AB1-342D-DC03-570E9B426ADB}"/>
              </a:ext>
            </a:extLst>
          </p:cNvPr>
          <p:cNvGrpSpPr/>
          <p:nvPr/>
        </p:nvGrpSpPr>
        <p:grpSpPr>
          <a:xfrm>
            <a:off x="4717633"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C52F716F-A2EF-5B67-A300-5896D4BE9094}"/>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684128CC-1D1B-11D3-12EA-5FC1B3C3F6B2}"/>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F2D7FB68-526F-AC34-5CFE-C65FF167FAA8}"/>
              </a:ext>
            </a:extLst>
          </p:cNvPr>
          <p:cNvGrpSpPr/>
          <p:nvPr/>
        </p:nvGrpSpPr>
        <p:grpSpPr>
          <a:xfrm>
            <a:off x="3645809"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5D8E7F76-E158-149C-9628-B6B9ED3C5248}"/>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299FD6A1-436E-43C2-F951-C9D38E032487}"/>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0DF8D991-B439-BBBC-BC99-B20F68828A02}"/>
              </a:ext>
            </a:extLst>
          </p:cNvPr>
          <p:cNvCxnSpPr>
            <a:cxnSpLocks/>
            <a:stCxn id="272" idx="0"/>
          </p:cNvCxnSpPr>
          <p:nvPr/>
        </p:nvCxnSpPr>
        <p:spPr>
          <a:xfrm rot="16200000" flipV="1">
            <a:off x="3030452"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86FA353F-037B-77B8-C98C-03D85B1CF2D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663828" y="5053261"/>
            <a:ext cx="416212" cy="416212"/>
          </a:xfrm>
          <a:prstGeom prst="rect">
            <a:avLst/>
          </a:prstGeom>
        </p:spPr>
      </p:pic>
      <p:grpSp>
        <p:nvGrpSpPr>
          <p:cNvPr id="265" name="グループ化 264">
            <a:extLst>
              <a:ext uri="{FF2B5EF4-FFF2-40B4-BE49-F238E27FC236}">
                <a16:creationId xmlns:a16="http://schemas.microsoft.com/office/drawing/2014/main" id="{37BC38CC-5870-4DC9-DBF6-11CA99ECF65C}"/>
              </a:ext>
            </a:extLst>
          </p:cNvPr>
          <p:cNvGrpSpPr/>
          <p:nvPr/>
        </p:nvGrpSpPr>
        <p:grpSpPr>
          <a:xfrm>
            <a:off x="5746251"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CC58582B-5324-D2B8-12BD-A76BE3AF389A}"/>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1CB7A732-1CDE-8F1E-ECFD-77CAC269A15C}"/>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4B17F302-7D14-0FE3-E528-6AA88A21E01D}"/>
              </a:ext>
            </a:extLst>
          </p:cNvPr>
          <p:cNvGrpSpPr/>
          <p:nvPr/>
        </p:nvGrpSpPr>
        <p:grpSpPr>
          <a:xfrm>
            <a:off x="3528572" y="926869"/>
            <a:ext cx="4825253" cy="5828334"/>
            <a:chOff x="355598" y="689579"/>
            <a:chExt cx="4825253" cy="3747374"/>
          </a:xfrm>
        </p:grpSpPr>
        <p:sp>
          <p:nvSpPr>
            <p:cNvPr id="268" name="Rectangle 54">
              <a:extLst>
                <a:ext uri="{FF2B5EF4-FFF2-40B4-BE49-F238E27FC236}">
                  <a16:creationId xmlns:a16="http://schemas.microsoft.com/office/drawing/2014/main" id="{CE201F39-015D-713F-A382-2520501C43DC}"/>
                </a:ext>
              </a:extLst>
            </p:cNvPr>
            <p:cNvSpPr/>
            <p:nvPr/>
          </p:nvSpPr>
          <p:spPr>
            <a:xfrm>
              <a:off x="355599" y="689579"/>
              <a:ext cx="4825252"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21C5C1B6-93C7-A935-2AF2-970390F293C9}"/>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A78B60C9-7B54-9541-12BE-17A31B395B3B}"/>
              </a:ext>
            </a:extLst>
          </p:cNvPr>
          <p:cNvSpPr/>
          <p:nvPr/>
        </p:nvSpPr>
        <p:spPr>
          <a:xfrm>
            <a:off x="690522"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7C9E6DCF-E4FF-E75A-514E-4732209BE51D}"/>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1029996" y="2508789"/>
            <a:ext cx="580096" cy="801769"/>
          </a:xfrm>
          <a:prstGeom prst="rect">
            <a:avLst/>
          </a:prstGeom>
        </p:spPr>
      </p:pic>
      <p:cxnSp>
        <p:nvCxnSpPr>
          <p:cNvPr id="303" name="Straight Arrow Connector 100">
            <a:extLst>
              <a:ext uri="{FF2B5EF4-FFF2-40B4-BE49-F238E27FC236}">
                <a16:creationId xmlns:a16="http://schemas.microsoft.com/office/drawing/2014/main" id="{B255BE5C-D3D1-36AD-4F04-9CF4E8279E80}"/>
              </a:ext>
            </a:extLst>
          </p:cNvPr>
          <p:cNvCxnSpPr>
            <a:cxnSpLocks/>
            <a:stCxn id="302" idx="3"/>
          </p:cNvCxnSpPr>
          <p:nvPr/>
        </p:nvCxnSpPr>
        <p:spPr>
          <a:xfrm>
            <a:off x="1610092"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B30B4AF4-D860-23AF-7558-74E80B9C3BFA}"/>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38162DF9-74D7-7A5A-E625-56CA6E73D0B9}"/>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042395" y="5874413"/>
            <a:ext cx="599552" cy="828660"/>
          </a:xfrm>
          <a:prstGeom prst="rect">
            <a:avLst/>
          </a:prstGeom>
        </p:spPr>
      </p:pic>
      <p:cxnSp>
        <p:nvCxnSpPr>
          <p:cNvPr id="325" name="Straight Arrow Connector 52" descr="Double pointing horizontal arrow.">
            <a:extLst>
              <a:ext uri="{FF2B5EF4-FFF2-40B4-BE49-F238E27FC236}">
                <a16:creationId xmlns:a16="http://schemas.microsoft.com/office/drawing/2014/main" id="{9BB8FF05-AB40-0739-E8C9-8E8C8F29E21B}"/>
              </a:ext>
            </a:extLst>
          </p:cNvPr>
          <p:cNvCxnSpPr>
            <a:cxnSpLocks/>
            <a:stCxn id="296" idx="3"/>
            <a:endCxn id="294" idx="1"/>
          </p:cNvCxnSpPr>
          <p:nvPr/>
        </p:nvCxnSpPr>
        <p:spPr>
          <a:xfrm flipV="1">
            <a:off x="5349458" y="4650632"/>
            <a:ext cx="638693" cy="30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29" name="Straight Arrow Connector 52" descr="Double pointing horizontal arrow.">
            <a:extLst>
              <a:ext uri="{FF2B5EF4-FFF2-40B4-BE49-F238E27FC236}">
                <a16:creationId xmlns:a16="http://schemas.microsoft.com/office/drawing/2014/main" id="{3FB1AD21-6C20-936E-9066-F6EBAB7D48C5}"/>
              </a:ext>
            </a:extLst>
          </p:cNvPr>
          <p:cNvCxnSpPr>
            <a:cxnSpLocks/>
            <a:stCxn id="290" idx="0"/>
            <a:endCxn id="297" idx="2"/>
          </p:cNvCxnSpPr>
          <p:nvPr/>
        </p:nvCxnSpPr>
        <p:spPr>
          <a:xfrm flipH="1" flipV="1">
            <a:off x="5081211"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2" name="Straight Arrow Connector 52" descr="Double pointing horizontal arrow.">
            <a:extLst>
              <a:ext uri="{FF2B5EF4-FFF2-40B4-BE49-F238E27FC236}">
                <a16:creationId xmlns:a16="http://schemas.microsoft.com/office/drawing/2014/main" id="{50AF8B75-9DB1-257F-8EB1-AB5BE9B06BD0}"/>
              </a:ext>
            </a:extLst>
          </p:cNvPr>
          <p:cNvCxnSpPr>
            <a:cxnSpLocks/>
            <a:stCxn id="294" idx="3"/>
            <a:endCxn id="298" idx="1"/>
          </p:cNvCxnSpPr>
          <p:nvPr/>
        </p:nvCxnSpPr>
        <p:spPr>
          <a:xfrm>
            <a:off x="6524645" y="4650632"/>
            <a:ext cx="640661" cy="2899"/>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7961E08B-BDA2-5476-EB44-63BFC3592A8E}"/>
              </a:ext>
            </a:extLst>
          </p:cNvPr>
          <p:cNvCxnSpPr>
            <a:cxnSpLocks/>
            <a:stCxn id="282" idx="0"/>
            <a:endCxn id="295" idx="2"/>
          </p:cNvCxnSpPr>
          <p:nvPr/>
        </p:nvCxnSpPr>
        <p:spPr>
          <a:xfrm flipV="1">
            <a:off x="6257001"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628AC99E-C1DD-4439-4D76-1BC2DB6A4786}"/>
              </a:ext>
            </a:extLst>
          </p:cNvPr>
          <p:cNvCxnSpPr>
            <a:cxnSpLocks/>
            <a:stCxn id="274" idx="3"/>
            <a:endCxn id="280" idx="1"/>
          </p:cNvCxnSpPr>
          <p:nvPr/>
        </p:nvCxnSpPr>
        <p:spPr>
          <a:xfrm>
            <a:off x="5351243"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4BFB9FA9-2CB0-D353-A0BD-1F50E47368C9}"/>
              </a:ext>
            </a:extLst>
          </p:cNvPr>
          <p:cNvGrpSpPr/>
          <p:nvPr/>
        </p:nvGrpSpPr>
        <p:grpSpPr>
          <a:xfrm>
            <a:off x="7023122"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4F32AFCE-389F-A0DD-62D7-CA6354676DB8}"/>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5BD44606-DC1A-9F7E-0783-2155C21BB685}"/>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0849A33D-A6AB-7F94-A551-A4BD99B32BC0}"/>
              </a:ext>
            </a:extLst>
          </p:cNvPr>
          <p:cNvCxnSpPr>
            <a:cxnSpLocks/>
            <a:stCxn id="280" idx="3"/>
            <a:endCxn id="346" idx="1"/>
          </p:cNvCxnSpPr>
          <p:nvPr/>
        </p:nvCxnSpPr>
        <p:spPr>
          <a:xfrm flipV="1">
            <a:off x="6524646"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cxnSp>
        <p:nvCxnSpPr>
          <p:cNvPr id="351" name="Straight Arrow Connector 52" descr="Double pointing horizontal arrow.">
            <a:extLst>
              <a:ext uri="{FF2B5EF4-FFF2-40B4-BE49-F238E27FC236}">
                <a16:creationId xmlns:a16="http://schemas.microsoft.com/office/drawing/2014/main" id="{3A030C7E-2F33-088B-70F0-4FF86013497E}"/>
              </a:ext>
            </a:extLst>
          </p:cNvPr>
          <p:cNvCxnSpPr>
            <a:cxnSpLocks/>
            <a:stCxn id="275" idx="2"/>
            <a:endCxn id="296" idx="0"/>
          </p:cNvCxnSpPr>
          <p:nvPr/>
        </p:nvCxnSpPr>
        <p:spPr>
          <a:xfrm flipH="1">
            <a:off x="5081211" y="3458765"/>
            <a:ext cx="1785" cy="92392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585F6ED7-9895-2A49-446B-C6B5837A7324}"/>
              </a:ext>
            </a:extLst>
          </p:cNvPr>
          <p:cNvSpPr txBox="1"/>
          <p:nvPr/>
        </p:nvSpPr>
        <p:spPr>
          <a:xfrm>
            <a:off x="4360260" y="386047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grpSp>
        <p:nvGrpSpPr>
          <p:cNvPr id="361" name="グループ化 360">
            <a:extLst>
              <a:ext uri="{FF2B5EF4-FFF2-40B4-BE49-F238E27FC236}">
                <a16:creationId xmlns:a16="http://schemas.microsoft.com/office/drawing/2014/main" id="{EB64284F-F7DE-1420-8681-B8260DE923C3}"/>
              </a:ext>
            </a:extLst>
          </p:cNvPr>
          <p:cNvGrpSpPr/>
          <p:nvPr/>
        </p:nvGrpSpPr>
        <p:grpSpPr>
          <a:xfrm>
            <a:off x="7397897"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409B537E-6AE6-A269-3D44-A8B5A5BE77A8}"/>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944BF04F-9B49-A9D9-4E07-7E935C5F9BD4}"/>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484A85CB-00E9-ED9F-48CA-0E88BE3719D8}"/>
              </a:ext>
            </a:extLst>
          </p:cNvPr>
          <p:cNvSpPr txBox="1">
            <a:spLocks noChangeArrowheads="1"/>
          </p:cNvSpPr>
          <p:nvPr/>
        </p:nvSpPr>
        <p:spPr bwMode="auto">
          <a:xfrm>
            <a:off x="7385849"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AD2513D6-925C-47AE-48A9-4D40874AE451}"/>
              </a:ext>
            </a:extLst>
          </p:cNvPr>
          <p:cNvCxnSpPr>
            <a:cxnSpLocks/>
            <a:stCxn id="274" idx="1"/>
          </p:cNvCxnSpPr>
          <p:nvPr/>
        </p:nvCxnSpPr>
        <p:spPr>
          <a:xfrm flipH="1" flipV="1">
            <a:off x="2777961"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70ACDE40-93BB-D8FE-B91E-2AE64A744B3A}"/>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3148BF1B-45A3-C6FC-7B9C-A2F73B61424A}"/>
              </a:ext>
            </a:extLst>
          </p:cNvPr>
          <p:cNvSpPr/>
          <p:nvPr/>
        </p:nvSpPr>
        <p:spPr>
          <a:xfrm>
            <a:off x="4457026"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9A3A35A7-E723-E1A8-B897-5DB95DBB1708}"/>
              </a:ext>
            </a:extLst>
          </p:cNvPr>
          <p:cNvSpPr txBox="1"/>
          <p:nvPr/>
        </p:nvSpPr>
        <p:spPr>
          <a:xfrm>
            <a:off x="4355739" y="1260339"/>
            <a:ext cx="2390492" cy="276999"/>
          </a:xfrm>
          <a:prstGeom prst="rect">
            <a:avLst/>
          </a:prstGeom>
          <a:solidFill>
            <a:srgbClr val="EFECE3"/>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A211BDFF-8168-FD3B-CD27-AB2581133C80}"/>
              </a:ext>
            </a:extLst>
          </p:cNvPr>
          <p:cNvCxnSpPr>
            <a:cxnSpLocks/>
            <a:stCxn id="270" idx="1"/>
            <a:endCxn id="274" idx="0"/>
          </p:cNvCxnSpPr>
          <p:nvPr/>
        </p:nvCxnSpPr>
        <p:spPr>
          <a:xfrm rot="10800000" flipV="1">
            <a:off x="5082996"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D2AA5803-7499-24CE-6741-5637161BC731}"/>
              </a:ext>
            </a:extLst>
          </p:cNvPr>
          <p:cNvCxnSpPr>
            <a:cxnSpLocks/>
            <a:stCxn id="274" idx="0"/>
            <a:endCxn id="270" idx="1"/>
          </p:cNvCxnSpPr>
          <p:nvPr/>
        </p:nvCxnSpPr>
        <p:spPr>
          <a:xfrm rot="5400000" flipH="1" flipV="1">
            <a:off x="5169478"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078FE8A3-1B8E-3DD6-7346-D53413C5E55E}"/>
              </a:ext>
            </a:extLst>
          </p:cNvPr>
          <p:cNvCxnSpPr>
            <a:cxnSpLocks/>
            <a:endCxn id="272" idx="0"/>
          </p:cNvCxnSpPr>
          <p:nvPr/>
        </p:nvCxnSpPr>
        <p:spPr>
          <a:xfrm>
            <a:off x="2781957"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401" name="正方形/長方形 400">
            <a:extLst>
              <a:ext uri="{FF2B5EF4-FFF2-40B4-BE49-F238E27FC236}">
                <a16:creationId xmlns:a16="http://schemas.microsoft.com/office/drawing/2014/main" id="{3C481709-3EB2-9015-3A8E-0D3CAD7774FB}"/>
              </a:ext>
            </a:extLst>
          </p:cNvPr>
          <p:cNvSpPr/>
          <p:nvPr/>
        </p:nvSpPr>
        <p:spPr>
          <a:xfrm>
            <a:off x="3522240" y="926869"/>
            <a:ext cx="4831584" cy="5828334"/>
          </a:xfrm>
          <a:prstGeom prst="rect">
            <a:avLst/>
          </a:prstGeom>
          <a:solidFill>
            <a:srgbClr val="FFFFFF"/>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2" name="Picture 4" descr="AWS - inteltank">
            <a:extLst>
              <a:ext uri="{FF2B5EF4-FFF2-40B4-BE49-F238E27FC236}">
                <a16:creationId xmlns:a16="http://schemas.microsoft.com/office/drawing/2014/main" id="{D067D762-563D-6390-8CFD-93D6BC341836}"/>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4836946" y="3069170"/>
            <a:ext cx="2211582" cy="145227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Raspberry icon - Free download on Iconfinder">
            <a:extLst>
              <a:ext uri="{FF2B5EF4-FFF2-40B4-BE49-F238E27FC236}">
                <a16:creationId xmlns:a16="http://schemas.microsoft.com/office/drawing/2014/main" id="{4F74A75F-73C4-D14A-8E62-8AF62E04230F}"/>
              </a:ext>
            </a:extLst>
          </p:cNvPr>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Raspberry icon - Free download on Iconfinder">
            <a:extLst>
              <a:ext uri="{FF2B5EF4-FFF2-40B4-BE49-F238E27FC236}">
                <a16:creationId xmlns:a16="http://schemas.microsoft.com/office/drawing/2014/main" id="{2630CA15-81FA-93E9-9D9F-5F8E1311EE8D}"/>
              </a:ext>
            </a:extLst>
          </p:cNvPr>
          <p:cNvPicPr>
            <a:picLocks noChangeAspect="1" noChangeArrowheads="1"/>
          </p:cNvPicPr>
          <p:nvPr/>
        </p:nvPicPr>
        <p:blipFill>
          <a:blip r:embed="rId29">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44769" y="2641704"/>
            <a:ext cx="544810" cy="544810"/>
          </a:xfrm>
          <a:prstGeom prst="rect">
            <a:avLst/>
          </a:prstGeom>
          <a:noFill/>
          <a:extLst>
            <a:ext uri="{909E8E84-426E-40DD-AFC4-6F175D3DCCD1}">
              <a14:hiddenFill xmlns:a14="http://schemas.microsoft.com/office/drawing/2010/main">
                <a:solidFill>
                  <a:srgbClr val="FFFFFF"/>
                </a:solidFill>
              </a14:hiddenFill>
            </a:ext>
          </a:extLst>
        </p:spPr>
      </p:pic>
      <p:sp>
        <p:nvSpPr>
          <p:cNvPr id="4" name="正方形/長方形 3">
            <a:extLst>
              <a:ext uri="{FF2B5EF4-FFF2-40B4-BE49-F238E27FC236}">
                <a16:creationId xmlns:a16="http://schemas.microsoft.com/office/drawing/2014/main" id="{65F03B35-503B-E558-4A08-F99F2443F737}"/>
              </a:ext>
            </a:extLst>
          </p:cNvPr>
          <p:cNvSpPr/>
          <p:nvPr/>
        </p:nvSpPr>
        <p:spPr>
          <a:xfrm>
            <a:off x="1852891" y="4374293"/>
            <a:ext cx="1296736" cy="2214221"/>
          </a:xfrm>
          <a:prstGeom prst="rect">
            <a:avLst/>
          </a:prstGeom>
          <a:solidFill>
            <a:srgbClr val="FFFFCC">
              <a:alpha val="50196"/>
            </a:srgbClr>
          </a:solid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50" name="Picture 2" descr="注意・警告・危険マーク 」の無料フリー素材 | イラスト・アイコンのフリー素材なら「フリーアイコンズ」">
            <a:extLst>
              <a:ext uri="{FF2B5EF4-FFF2-40B4-BE49-F238E27FC236}">
                <a16:creationId xmlns:a16="http://schemas.microsoft.com/office/drawing/2014/main" id="{1B2C52CC-EF70-45A7-A64F-112E73F2F35B}"/>
              </a:ext>
            </a:extLst>
          </p:cNvPr>
          <p:cNvPicPr>
            <a:picLocks noChangeAspect="1" noChangeArrowheads="1"/>
          </p:cNvPicPr>
          <p:nvPr/>
        </p:nvPicPr>
        <p:blipFill>
          <a:blip r:embed="rId30">
            <a:extLst>
              <a:ext uri="{28A0092B-C50C-407E-A947-70E740481C1C}">
                <a14:useLocalDpi xmlns:a14="http://schemas.microsoft.com/office/drawing/2010/main" val="0"/>
              </a:ext>
            </a:extLst>
          </a:blip>
          <a:srcRect/>
          <a:stretch>
            <a:fillRect/>
          </a:stretch>
        </p:blipFill>
        <p:spPr bwMode="auto">
          <a:xfrm>
            <a:off x="2207644" y="5185233"/>
            <a:ext cx="590752" cy="590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435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6D3AA-CBA0-27CB-B37D-D3FD2258397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E0560-52A2-A8D8-7944-801953AD51E8}"/>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3F519566-5DBC-E3DB-9DDC-B41F61FF1122}"/>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1FB88BE2-6815-817A-2D68-881B4224BF1C}"/>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9E088AB1-A2FA-8410-B0F1-EC684B36A8C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4129CFB7-D754-2136-4497-528D0B4D16A2}"/>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5005D18A-0525-F731-F530-3DE568D1A51D}"/>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1B2221B4-CD08-B203-334F-834DC9C503A3}"/>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A8BEAEFD-4469-9B88-67C9-2CD942AF8C9C}"/>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063D88C3-C83C-6B6B-DF08-719BD859EF4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EC6ABFED-6464-BF65-C632-EE50052BA236}"/>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3F3D9324-97AF-DE79-07EC-9A3569B1CFD1}"/>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7B896DF1-FAA2-D6AA-E81B-0BB5BFA787AB}"/>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275DD5FD-7335-9850-4AFD-CE7630B5B44E}"/>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7EE0039B-D707-B888-9DB8-781599F1801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1DD7C5A4-C0DB-CAFB-3E61-B215CC22BFD9}"/>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9A8E0183-05FE-057F-E7E1-2BDCF706FF2B}"/>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535F5E24-48BA-3662-9DE4-3C87CCF0FD57}"/>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94444AB3-8BB8-84F7-9D17-3E525F875621}"/>
              </a:ext>
            </a:extLst>
          </p:cNvPr>
          <p:cNvSpPr/>
          <p:nvPr/>
        </p:nvSpPr>
        <p:spPr>
          <a:xfrm>
            <a:off x="3817249" y="2333486"/>
            <a:ext cx="1559081" cy="565110"/>
          </a:xfrm>
          <a:prstGeom prst="rect">
            <a:avLst/>
          </a:prstGeom>
          <a:solidFill>
            <a:schemeClr val="accent6">
              <a:lumMod val="20000"/>
              <a:lumOff val="80000"/>
              <a:alpha val="50196"/>
            </a:scheme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3EE1EBD-DF6B-A66F-3116-5A888C6ACF5B}"/>
              </a:ext>
            </a:extLst>
          </p:cNvPr>
          <p:cNvSpPr/>
          <p:nvPr/>
        </p:nvSpPr>
        <p:spPr>
          <a:xfrm>
            <a:off x="3817249" y="2980670"/>
            <a:ext cx="1559081" cy="565111"/>
          </a:xfrm>
          <a:prstGeom prst="rect">
            <a:avLst/>
          </a:prstGeom>
          <a:solidFill>
            <a:schemeClr val="accent4">
              <a:lumMod val="20000"/>
              <a:lumOff val="80000"/>
              <a:alpha val="50196"/>
            </a:schemeClr>
          </a:solid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7E717FC0-18A0-03AF-7EBF-14B038DF8B8D}"/>
              </a:ext>
            </a:extLst>
          </p:cNvPr>
          <p:cNvSpPr/>
          <p:nvPr/>
        </p:nvSpPr>
        <p:spPr>
          <a:xfrm>
            <a:off x="3817249" y="3627855"/>
            <a:ext cx="1559081" cy="565111"/>
          </a:xfrm>
          <a:prstGeom prst="rect">
            <a:avLst/>
          </a:prstGeom>
          <a:solidFill>
            <a:schemeClr val="accent5">
              <a:lumMod val="20000"/>
              <a:lumOff val="80000"/>
              <a:alpha val="50196"/>
            </a:schemeClr>
          </a:solidFill>
          <a:ln w="190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3E5174B9-4044-CEB0-00CC-D653402A743E}"/>
              </a:ext>
            </a:extLst>
          </p:cNvPr>
          <p:cNvSpPr/>
          <p:nvPr/>
        </p:nvSpPr>
        <p:spPr>
          <a:xfrm>
            <a:off x="3817250" y="4275040"/>
            <a:ext cx="1559082" cy="565111"/>
          </a:xfrm>
          <a:prstGeom prst="rect">
            <a:avLst/>
          </a:prstGeom>
          <a:solidFill>
            <a:srgbClr val="F9D4FE">
              <a:alpha val="49804"/>
            </a:srgbClr>
          </a:solid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0D3A1E6A-8D9F-FD2D-26C1-F04BB6953798}"/>
              </a:ext>
            </a:extLst>
          </p:cNvPr>
          <p:cNvSpPr/>
          <p:nvPr/>
        </p:nvSpPr>
        <p:spPr>
          <a:xfrm>
            <a:off x="3817249" y="4926787"/>
            <a:ext cx="1559083" cy="944846"/>
          </a:xfrm>
          <a:prstGeom prst="rect">
            <a:avLst/>
          </a:prstGeom>
          <a:solidFill>
            <a:schemeClr val="accent1">
              <a:lumMod val="20000"/>
              <a:lumOff val="80000"/>
              <a:alpha val="49804"/>
            </a:scheme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D8C5E65E-E75A-A584-0510-F67024912929}"/>
              </a:ext>
            </a:extLst>
          </p:cNvPr>
          <p:cNvSpPr/>
          <p:nvPr/>
        </p:nvSpPr>
        <p:spPr>
          <a:xfrm>
            <a:off x="3817249" y="5959525"/>
            <a:ext cx="1559083" cy="565111"/>
          </a:xfrm>
          <a:prstGeom prst="rect">
            <a:avLst/>
          </a:prstGeom>
          <a:solidFill>
            <a:schemeClr val="tx2">
              <a:lumMod val="90000"/>
              <a:alpha val="49804"/>
            </a:schemeClr>
          </a:solidFill>
          <a:ln w="19050">
            <a:solidFill>
              <a:schemeClr val="tx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A3114572-96BF-D0F0-5EC3-A493BAF2E1FB}"/>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2E5D7E82-6DE1-48D6-532A-CD7E7BF099B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D2E44629-3A9D-C29D-CDE2-9176172C6A66}"/>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DC90592F-4688-D9F3-5A1B-E3116C819990}"/>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EC076DA7-24E6-58BE-2584-1BC70EF7914C}"/>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61D1613F-9C05-9738-E331-FE729D36CA2B}"/>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0F85DB2E-A8CC-B63F-05E0-FEFF25431AA8}"/>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D34DFCB9-EA73-AA56-46A8-EDEE4A64D035}"/>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A2154FC4-C150-131C-C6A0-7122D5FFD8BD}"/>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spTree>
    <p:extLst>
      <p:ext uri="{BB962C8B-B14F-4D97-AF65-F5344CB8AC3E}">
        <p14:creationId xmlns:p14="http://schemas.microsoft.com/office/powerpoint/2010/main" val="4877098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9519-FFC5-44E9-3859-28833D529C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FA782AE-DE50-F688-95EF-DD43FE4F2DEA}"/>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512B661F-2157-82B4-6E5B-BD5355FD054F}"/>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0F6D6DB3-72A4-0408-B984-1E07C2E323B3}"/>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0F48FBA4-7ECA-825C-13ED-524017A066F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C90CCF4C-45CC-BEFC-BD12-E8573E781CB4}"/>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9A80D747-34D9-E228-4D4A-3DA25C9FA961}"/>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12F7DD0C-B98C-3532-CE9C-5787DA654D5E}"/>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943A70F9-55C6-837B-0941-19D9E06193DA}"/>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A3F55B46-B896-5422-9647-34CB82D9BC4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6A034F50-D814-DAE5-F51A-046F6523A676}"/>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C65CBDA9-08EE-FB59-7872-2CADCA901E91}"/>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9E3E3561-FF55-02F3-EADB-DC351C889540}"/>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90A339B4-0D0E-C76B-65D3-A7975FDA64DC}"/>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636D3CB7-971C-C233-0AD4-84C964044AE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F059D336-142F-D3D2-E52C-1A8D209C6DFF}"/>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7A7B00B2-2AAF-8D60-AD9D-C27E5AC3E412}"/>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49B7CB0C-2A26-EEE8-EFC8-67EACDEF6F69}"/>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DEF137B9-4DCD-E3FD-1D7E-DC6455213EB9}"/>
              </a:ext>
            </a:extLst>
          </p:cNvPr>
          <p:cNvSpPr/>
          <p:nvPr/>
        </p:nvSpPr>
        <p:spPr>
          <a:xfrm>
            <a:off x="3817249" y="2333486"/>
            <a:ext cx="1559081" cy="565110"/>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DDBAADBC-9694-AB43-C463-4C3C3B5109D2}"/>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267AEC48-D863-5837-0606-1CFC948713BA}"/>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93EB0E3F-B444-4276-C07B-68834B8947DE}"/>
              </a:ext>
            </a:extLst>
          </p:cNvPr>
          <p:cNvSpPr/>
          <p:nvPr/>
        </p:nvSpPr>
        <p:spPr>
          <a:xfrm>
            <a:off x="3817250" y="4275040"/>
            <a:ext cx="1559082"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E603E8E-AE9F-EED2-6F81-3EA05C401DC9}"/>
              </a:ext>
            </a:extLst>
          </p:cNvPr>
          <p:cNvSpPr/>
          <p:nvPr/>
        </p:nvSpPr>
        <p:spPr>
          <a:xfrm>
            <a:off x="3817249" y="4926787"/>
            <a:ext cx="1559083" cy="944846"/>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7AD40815-BB2D-7487-32D8-F151975F6EA7}"/>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636CF573-7549-F0C7-20E8-0375DA26B89D}"/>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C68C2650-7A82-3F95-AA7D-02B5DA3855C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2C153F3E-A014-FEDC-24E2-EC426EA731DE}"/>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D63EEE60-24FB-1417-AC7F-A50E5229EA10}"/>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071E44CD-5E72-7CA0-1A60-F18D1B180612}"/>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501260F7-55E8-D581-9BA8-824EB32B3ACB}"/>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B9C16216-39C7-CC0D-1298-833372D37E21}"/>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F78514DA-4095-A0E7-4A64-F3746FA4E54A}"/>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F7F6FDC5-E248-700F-9E17-67A9636F550E}"/>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sp>
        <p:nvSpPr>
          <p:cNvPr id="17" name="正方形/長方形 16">
            <a:extLst>
              <a:ext uri="{FF2B5EF4-FFF2-40B4-BE49-F238E27FC236}">
                <a16:creationId xmlns:a16="http://schemas.microsoft.com/office/drawing/2014/main" id="{CD1E1129-9343-89BA-093E-78F0B71E71D7}"/>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30535613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D5A9B-CC28-5A1A-2450-E621275677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E63FF8-2DA7-0F57-F315-6DAF43EF56D1}"/>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5CFDD85C-E562-3A48-A8FD-305DA4472603}"/>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23915DD8-6A27-485F-F53A-BEFB0E5BF1FD}"/>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2FF4BC44-8422-8339-32B9-742C9ED3E7A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F3230DF5-D7B8-7A05-4771-10CEB02DB08F}"/>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D4002226-079F-91A6-4E37-9CBE5DB6EFB9}"/>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6F7CF593-B416-7DE6-0662-C583C2F8A2D7}"/>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03616C49-E452-CF72-2EEE-CF763E98B8AD}"/>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9A6EA915-04D6-F9C1-F212-C51546FFE41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5A8B5B71-7316-4F1D-D8F5-A97A7B40FA88}"/>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B525061E-BD5A-4495-0F41-A398F4341A5B}"/>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FD95AA58-9D3E-AB34-73D0-1B1E978AE68F}"/>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1233E647-4F3D-67B2-758F-D53245E26BEB}"/>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722A9141-967B-8BFE-80F3-B97FD9E4C5E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E262DE11-E0B2-9BB2-E881-76B7BE4653FD}"/>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9D91ED0F-CFD4-B07A-C0FD-4E2F0A3F906A}"/>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6AEEA430-879D-99AC-6820-A5D1322174AB}"/>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CC6A1074-3114-7C77-FC6E-A7E10C52C8AA}"/>
              </a:ext>
            </a:extLst>
          </p:cNvPr>
          <p:cNvSpPr/>
          <p:nvPr/>
        </p:nvSpPr>
        <p:spPr>
          <a:xfrm>
            <a:off x="3817249" y="2333486"/>
            <a:ext cx="1559081" cy="565110"/>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851F77B8-E5F0-FBBB-AC5F-3F52A992A991}"/>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6F26088F-7BB6-E023-61F7-7523AE7ED3C6}"/>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47803D91-D49C-3140-C848-AA13E6293ACB}"/>
              </a:ext>
            </a:extLst>
          </p:cNvPr>
          <p:cNvSpPr/>
          <p:nvPr/>
        </p:nvSpPr>
        <p:spPr>
          <a:xfrm>
            <a:off x="3817250" y="4275040"/>
            <a:ext cx="1559082"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0108426-3332-5356-4174-946BB932B69D}"/>
              </a:ext>
            </a:extLst>
          </p:cNvPr>
          <p:cNvSpPr/>
          <p:nvPr/>
        </p:nvSpPr>
        <p:spPr>
          <a:xfrm>
            <a:off x="3817249" y="4926787"/>
            <a:ext cx="1559083" cy="944846"/>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F2B2F8B1-069A-226B-41F6-6E71B0591194}"/>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30623D0-8AAB-B2FA-CAA5-F6248C4B5AF7}"/>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84A1F734-33CA-A709-53F8-462B494B249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5F08CE67-AD29-0505-FFF4-EF5B343214A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E6164A02-9A60-F052-9805-5E6CBA37D5E2}"/>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1A1A6E46-E97E-F296-4235-47698FEE123A}"/>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22A1F58A-EE9B-77C7-6226-310082BF837C}"/>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703F0978-E1B5-13CD-52C9-877AE38FDB7C}"/>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7D21E6D5-ABC1-4AD1-DDDE-238EB141985B}"/>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3AEBF5AA-7575-2CDA-66AC-9C7DF41D627F}"/>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65E28176-0DA0-1008-6DED-F7523ABAAAC5}"/>
              </a:ext>
            </a:extLst>
          </p:cNvPr>
          <p:cNvCxnSpPr/>
          <p:nvPr/>
        </p:nvCxnSpPr>
        <p:spPr>
          <a:xfrm flipV="1">
            <a:off x="4595050" y="2636215"/>
            <a:ext cx="0" cy="2772075"/>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645802A7-2D59-F4CA-2513-F2C081EE4348}"/>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66B9FD7B-940A-07C8-A123-A5B4D6C5CA66}"/>
              </a:ext>
            </a:extLst>
          </p:cNvPr>
          <p:cNvSpPr/>
          <p:nvPr/>
        </p:nvSpPr>
        <p:spPr>
          <a:xfrm>
            <a:off x="2382853" y="3710607"/>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en-US" altLang="ja-JP" sz="1400" dirty="0">
                <a:solidFill>
                  <a:schemeClr val="accent6"/>
                </a:solidFill>
              </a:rPr>
              <a:t>ID</a:t>
            </a:r>
            <a:r>
              <a:rPr lang="ja-JP" altLang="en-US" sz="1400" dirty="0">
                <a:solidFill>
                  <a:schemeClr val="accent6"/>
                </a:solidFill>
              </a:rPr>
              <a:t>の取得を要求</a:t>
            </a:r>
          </a:p>
        </p:txBody>
      </p:sp>
      <p:sp>
        <p:nvSpPr>
          <p:cNvPr id="33" name="正方形/長方形 32">
            <a:extLst>
              <a:ext uri="{FF2B5EF4-FFF2-40B4-BE49-F238E27FC236}">
                <a16:creationId xmlns:a16="http://schemas.microsoft.com/office/drawing/2014/main" id="{10F8D88C-F330-B3AC-E08C-D53B02530A5A}"/>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868902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42CD-5043-5CA2-6BA5-C59AA266AF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97B388-7B4C-4329-315C-B2F4381EBAD3}"/>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DBE69819-AD3D-CEDD-1CAE-0C18B742DA55}"/>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56C46F4D-EA4C-DA11-9CF0-7650A7237C66}"/>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044AA2E3-FD75-466D-FB6D-9873AAE48C6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1549E69B-FB09-8204-E0E3-3B59282B5AC7}"/>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28D37A68-16CD-FE27-D49B-18781E4E62DE}"/>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32CDE03F-370A-3E1A-2C79-62F032A41FF7}"/>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D994CDBB-D7AE-A8DE-96CF-2C5AA8B725F8}"/>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D02F1C55-A65E-0800-2E5F-480301DD0AF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038798D6-F314-D497-DED5-0ABE908DE615}"/>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53B3D720-03C3-4C59-A28F-24657E91E64B}"/>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26EC162C-C22D-3F2E-3265-CBED17620876}"/>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34C51772-234F-4E0C-BC2B-EFC5BB1E4172}"/>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155EE178-592B-0B81-278C-897FFEE3BFF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D94E3E01-48DB-F822-6F84-62395D17B3C0}"/>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AA021D32-F0D4-A474-0A59-FC925050DCE0}"/>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03300138-4A15-B5B2-BAB1-0CA10A220077}"/>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EE749073-1C38-A259-F369-96FBEFA1E3F5}"/>
              </a:ext>
            </a:extLst>
          </p:cNvPr>
          <p:cNvSpPr/>
          <p:nvPr/>
        </p:nvSpPr>
        <p:spPr>
          <a:xfrm>
            <a:off x="3817249" y="2333486"/>
            <a:ext cx="1559081" cy="565110"/>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BC842B14-4752-7D7E-9389-838E60EB93D9}"/>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AFEEE1F9-A2F6-C79E-AE29-5E305C496488}"/>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632B83D7-0E33-EB6E-D820-4AE2C6B3D172}"/>
              </a:ext>
            </a:extLst>
          </p:cNvPr>
          <p:cNvSpPr/>
          <p:nvPr/>
        </p:nvSpPr>
        <p:spPr>
          <a:xfrm>
            <a:off x="3817250" y="4275040"/>
            <a:ext cx="1559082" cy="565111"/>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068C968C-0D88-CF61-C5A5-907A1A628A25}"/>
              </a:ext>
            </a:extLst>
          </p:cNvPr>
          <p:cNvSpPr/>
          <p:nvPr/>
        </p:nvSpPr>
        <p:spPr>
          <a:xfrm>
            <a:off x="3817249" y="4926787"/>
            <a:ext cx="1559083" cy="944846"/>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E6F5A670-6546-3680-E64B-B498C60EBFCD}"/>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C7B252D-D2A4-F443-85D1-916640A4BFF4}"/>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43A152BB-C3B6-EF1A-84E8-8AB2C499E6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F219762F-19FE-958B-592B-C052A6627B8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BAACC119-16C6-28CF-ACDC-6703FA7EF047}"/>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A150A37F-D01F-F4A7-5F35-6A1CB876E7B6}"/>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091D053F-25A1-0FE9-531C-F1F81A5C414B}"/>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4BDC7E31-D032-2C4C-1E41-9F29B3CCF14D}"/>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80841490-5A16-D240-4EB4-5B31887C8A39}"/>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E7E47DB4-D325-8B44-ADE6-EC2D0B5FA7DD}"/>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79BD2DBC-2841-080F-348C-5B2DAFF4EFE3}"/>
              </a:ext>
            </a:extLst>
          </p:cNvPr>
          <p:cNvCxnSpPr>
            <a:cxnSpLocks/>
          </p:cNvCxnSpPr>
          <p:nvPr/>
        </p:nvCxnSpPr>
        <p:spPr>
          <a:xfrm>
            <a:off x="4272280" y="2645576"/>
            <a:ext cx="0" cy="1964558"/>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93BEE4C9-D9F1-CE80-9218-6A846F138D82}"/>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C819E87E-40B0-C71E-B0F6-858E8D8D5A97}"/>
              </a:ext>
            </a:extLst>
          </p:cNvPr>
          <p:cNvSpPr/>
          <p:nvPr/>
        </p:nvSpPr>
        <p:spPr>
          <a:xfrm>
            <a:off x="3527195" y="1630354"/>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①</a:t>
            </a:r>
            <a:endParaRPr lang="en-US" altLang="ja-JP" sz="1400" dirty="0">
              <a:solidFill>
                <a:schemeClr val="accent6"/>
              </a:solidFill>
            </a:endParaRPr>
          </a:p>
          <a:p>
            <a:pPr algn="ctr"/>
            <a:r>
              <a:rPr lang="en-US" altLang="ja-JP" sz="1400" dirty="0">
                <a:solidFill>
                  <a:schemeClr val="accent6"/>
                </a:solidFill>
              </a:rPr>
              <a:t>IC</a:t>
            </a:r>
            <a:r>
              <a:rPr lang="ja-JP" altLang="en-US" sz="1400" dirty="0">
                <a:solidFill>
                  <a:schemeClr val="accent6"/>
                </a:solidFill>
              </a:rPr>
              <a:t>カードリーダーを起動</a:t>
            </a:r>
            <a:endParaRPr lang="en-US" altLang="ja-JP" sz="1400" dirty="0">
              <a:solidFill>
                <a:schemeClr val="accent6"/>
              </a:solidFill>
            </a:endParaRPr>
          </a:p>
          <a:p>
            <a:pPr algn="ctr"/>
            <a:r>
              <a:rPr lang="en-US" altLang="ja-JP" sz="1400" dirty="0">
                <a:solidFill>
                  <a:schemeClr val="accent6"/>
                </a:solidFill>
              </a:rPr>
              <a:t>&amp; ID</a:t>
            </a:r>
            <a:r>
              <a:rPr lang="ja-JP" altLang="en-US" sz="1400" dirty="0">
                <a:solidFill>
                  <a:schemeClr val="accent6"/>
                </a:solidFill>
              </a:rPr>
              <a:t>を読み込む</a:t>
            </a:r>
            <a:endParaRPr lang="en-US" altLang="ja-JP" sz="1400" dirty="0">
              <a:solidFill>
                <a:schemeClr val="accent6"/>
              </a:solidFill>
            </a:endParaRPr>
          </a:p>
        </p:txBody>
      </p:sp>
      <p:cxnSp>
        <p:nvCxnSpPr>
          <p:cNvPr id="22" name="直線矢印コネクタ 21">
            <a:extLst>
              <a:ext uri="{FF2B5EF4-FFF2-40B4-BE49-F238E27FC236}">
                <a16:creationId xmlns:a16="http://schemas.microsoft.com/office/drawing/2014/main" id="{0EF29D3D-1FF4-9F1B-10D0-B8DE61767EB5}"/>
              </a:ext>
            </a:extLst>
          </p:cNvPr>
          <p:cNvCxnSpPr>
            <a:cxnSpLocks/>
          </p:cNvCxnSpPr>
          <p:nvPr/>
        </p:nvCxnSpPr>
        <p:spPr>
          <a:xfrm flipV="1">
            <a:off x="4917440" y="2582960"/>
            <a:ext cx="0" cy="1925743"/>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EC059C34-8566-EE47-532B-01041E3F25A6}"/>
              </a:ext>
            </a:extLst>
          </p:cNvPr>
          <p:cNvSpPr/>
          <p:nvPr/>
        </p:nvSpPr>
        <p:spPr>
          <a:xfrm>
            <a:off x="2061918" y="3149351"/>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②</a:t>
            </a:r>
            <a:endParaRPr lang="en-US" altLang="ja-JP" sz="1400" dirty="0">
              <a:solidFill>
                <a:schemeClr val="accent6"/>
              </a:solidFill>
            </a:endParaRPr>
          </a:p>
          <a:p>
            <a:pPr algn="ctr"/>
            <a:r>
              <a:rPr lang="ja-JP" altLang="en-US" sz="1400" dirty="0">
                <a:solidFill>
                  <a:schemeClr val="accent6"/>
                </a:solidFill>
              </a:rPr>
              <a:t>読み込んだ</a:t>
            </a:r>
            <a:r>
              <a:rPr lang="en-US" altLang="ja-JP" sz="1400" dirty="0">
                <a:solidFill>
                  <a:schemeClr val="accent6"/>
                </a:solidFill>
              </a:rPr>
              <a:t>ID</a:t>
            </a:r>
            <a:r>
              <a:rPr lang="ja-JP" altLang="en-US" sz="1400" dirty="0">
                <a:solidFill>
                  <a:schemeClr val="accent6"/>
                </a:solidFill>
              </a:rPr>
              <a:t>の</a:t>
            </a:r>
            <a:endParaRPr lang="en-US" altLang="ja-JP" sz="1400" dirty="0">
              <a:solidFill>
                <a:schemeClr val="accent6"/>
              </a:solidFill>
            </a:endParaRPr>
          </a:p>
          <a:p>
            <a:pPr algn="ctr"/>
            <a:r>
              <a:rPr lang="ja-JP" altLang="en-US" sz="1400" dirty="0">
                <a:solidFill>
                  <a:schemeClr val="accent6"/>
                </a:solidFill>
              </a:rPr>
              <a:t>ハッシュ化する</a:t>
            </a:r>
            <a:endParaRPr lang="en-US" altLang="ja-JP" sz="1400" dirty="0">
              <a:solidFill>
                <a:schemeClr val="accent6"/>
              </a:solidFill>
            </a:endParaRPr>
          </a:p>
        </p:txBody>
      </p:sp>
      <p:sp>
        <p:nvSpPr>
          <p:cNvPr id="30" name="正方形/長方形 29">
            <a:extLst>
              <a:ext uri="{FF2B5EF4-FFF2-40B4-BE49-F238E27FC236}">
                <a16:creationId xmlns:a16="http://schemas.microsoft.com/office/drawing/2014/main" id="{064876A1-EE6D-9745-478B-AEB4BAD6C436}"/>
              </a:ext>
            </a:extLst>
          </p:cNvPr>
          <p:cNvSpPr/>
          <p:nvPr/>
        </p:nvSpPr>
        <p:spPr>
          <a:xfrm>
            <a:off x="5011746" y="3149741"/>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③</a:t>
            </a:r>
            <a:endParaRPr lang="en-US" altLang="ja-JP" sz="1400" dirty="0">
              <a:solidFill>
                <a:schemeClr val="accent6"/>
              </a:solidFill>
            </a:endParaRPr>
          </a:p>
          <a:p>
            <a:pPr algn="ctr"/>
            <a:r>
              <a:rPr lang="ja-JP" altLang="en-US" sz="1400" dirty="0">
                <a:solidFill>
                  <a:schemeClr val="accent6"/>
                </a:solidFill>
              </a:rPr>
              <a:t>ハッシュ化した</a:t>
            </a:r>
            <a:r>
              <a:rPr lang="en-US" altLang="ja-JP" sz="1400" dirty="0">
                <a:solidFill>
                  <a:schemeClr val="accent6"/>
                </a:solidFill>
              </a:rPr>
              <a:t>ID</a:t>
            </a:r>
            <a:r>
              <a:rPr lang="ja-JP" altLang="en-US" sz="1400" dirty="0">
                <a:solidFill>
                  <a:schemeClr val="accent6"/>
                </a:solidFill>
              </a:rPr>
              <a:t>を返す</a:t>
            </a:r>
            <a:endParaRPr lang="en-US" altLang="ja-JP" sz="1400" dirty="0">
              <a:solidFill>
                <a:schemeClr val="accent6"/>
              </a:solidFill>
            </a:endParaRPr>
          </a:p>
        </p:txBody>
      </p:sp>
      <p:sp>
        <p:nvSpPr>
          <p:cNvPr id="31" name="正方形/長方形 30">
            <a:extLst>
              <a:ext uri="{FF2B5EF4-FFF2-40B4-BE49-F238E27FC236}">
                <a16:creationId xmlns:a16="http://schemas.microsoft.com/office/drawing/2014/main" id="{FA3DB34F-3521-8E24-0851-5BB0632F0353}"/>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22579904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7E743-FD3A-91FC-7A13-761B0F30D6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2990C4-D0E9-D685-A7D4-B47A2D75D6EE}"/>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D046754C-3896-DFC9-80E0-EF488E23DAF6}"/>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E86C4EE9-C736-2F18-5FB2-494F726DD6BF}"/>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FC6F31C0-3077-83A9-155A-EAD4E5A9598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442BDD87-9CBE-02EF-6F41-AE0D83E1461D}"/>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6DFC84FC-95B8-2576-FBA3-8DAE710D67FE}"/>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D5107032-E2FB-9402-9601-BD6F8F65E6FD}"/>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EB8386E2-2C35-9461-DF24-10104790E87F}"/>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82B66CDD-6180-48EF-4088-30232E02A12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62B8FAFD-331A-F9EB-8FB2-C29884055F55}"/>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A75D01EB-7AB3-3DD9-6354-826B28E84123}"/>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390F6FFD-2DB8-1B05-7A59-8A9A49A8AB72}"/>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A7DF02BB-7CED-4EF6-1BA6-F8B479F2EF91}"/>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46E41204-09EC-6F7B-0231-C24FC3DE1F7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B66A8424-CF99-D60A-E710-E84A4D8F2206}"/>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751E3E64-4A7F-00CA-C0F3-AFCC182DF0A2}"/>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159E3ADA-9123-CC2D-4A45-5CBCAC55BDB7}"/>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64F80A64-2F20-8A09-0FA0-41BCF591C584}"/>
              </a:ext>
            </a:extLst>
          </p:cNvPr>
          <p:cNvSpPr/>
          <p:nvPr/>
        </p:nvSpPr>
        <p:spPr>
          <a:xfrm>
            <a:off x="3817249" y="2333486"/>
            <a:ext cx="1559081" cy="565110"/>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BCA5464-8D24-4A39-5EF2-517606849CD8}"/>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4B09D59-F506-5B52-1563-7621D583BB3C}"/>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161D69C9-23A8-03B3-237A-9A8333A93390}"/>
              </a:ext>
            </a:extLst>
          </p:cNvPr>
          <p:cNvSpPr/>
          <p:nvPr/>
        </p:nvSpPr>
        <p:spPr>
          <a:xfrm>
            <a:off x="3817250" y="4275040"/>
            <a:ext cx="1559082"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E0DEE4CF-66A8-D3D2-8BED-3F8B5A3C0ADE}"/>
              </a:ext>
            </a:extLst>
          </p:cNvPr>
          <p:cNvSpPr/>
          <p:nvPr/>
        </p:nvSpPr>
        <p:spPr>
          <a:xfrm>
            <a:off x="3817249" y="4926787"/>
            <a:ext cx="1559083" cy="944846"/>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CD9998B6-6479-B9F1-A709-D0AE3061DC18}"/>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D484E446-B43C-8D74-796E-4E37DCDA9A41}"/>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5CCDE721-A2F6-C2D4-4CB2-00E6FFD23C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493AEF95-D6B2-09A7-0EEF-208BBC70B501}"/>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5C195680-049C-B281-8F20-BB2509DDACB7}"/>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B75F5A5E-18D9-534A-DB43-2C3981853DF5}"/>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146CB70B-92EC-F388-157D-A9A6A7E77EC3}"/>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D37D490E-2B9E-7B62-229E-62D2A9BE0B5A}"/>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F1E1A1FF-6BB1-CB1A-16D9-714F4075B5DF}"/>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BAA51BC0-9FD9-D30B-4994-398083E1C012}"/>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79AD7965-3320-0FBB-9753-A42E4C6330C5}"/>
              </a:ext>
            </a:extLst>
          </p:cNvPr>
          <p:cNvCxnSpPr>
            <a:cxnSpLocks/>
          </p:cNvCxnSpPr>
          <p:nvPr/>
        </p:nvCxnSpPr>
        <p:spPr>
          <a:xfrm>
            <a:off x="4597400" y="2635250"/>
            <a:ext cx="0" cy="2828391"/>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72FBB2A5-55CD-E091-E0D4-15E6BC552347}"/>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27BDAEBB-DA1A-918E-5220-59D0D7FB0E49}"/>
              </a:ext>
            </a:extLst>
          </p:cNvPr>
          <p:cNvSpPr/>
          <p:nvPr/>
        </p:nvSpPr>
        <p:spPr>
          <a:xfrm>
            <a:off x="4720510" y="3710607"/>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ハッシュ化済み</a:t>
            </a:r>
            <a:r>
              <a:rPr lang="en-US" altLang="ja-JP" sz="1400" dirty="0">
                <a:solidFill>
                  <a:schemeClr val="accent6"/>
                </a:solidFill>
              </a:rPr>
              <a:t>ID</a:t>
            </a:r>
            <a:r>
              <a:rPr lang="ja-JP" altLang="en-US" sz="1400" dirty="0">
                <a:solidFill>
                  <a:schemeClr val="accent6"/>
                </a:solidFill>
              </a:rPr>
              <a:t>を返す</a:t>
            </a:r>
          </a:p>
        </p:txBody>
      </p:sp>
      <p:sp>
        <p:nvSpPr>
          <p:cNvPr id="24" name="正方形/長方形 23">
            <a:extLst>
              <a:ext uri="{FF2B5EF4-FFF2-40B4-BE49-F238E27FC236}">
                <a16:creationId xmlns:a16="http://schemas.microsoft.com/office/drawing/2014/main" id="{A157B45E-1C25-BB28-1F81-DE65539F778E}"/>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27802151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3CAD7-9610-4DD1-6B8C-3321517B4FC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C3CD0E-CAE3-6BED-93FB-799A26CB98B7}"/>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17E1F67E-E310-4D6C-3FC5-35988A6D4A4D}"/>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0CCA0190-0D8D-8141-D029-F19C3CCC235E}"/>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965CFC3F-1547-FE12-A0CE-EB28B81B067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3F8522C9-F72D-EF86-7F60-A88B5CC7F3A6}"/>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32464A34-D04A-FD18-D69E-E549AF9FC6E5}"/>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E9998AB7-2077-CD41-B5C7-BC7C43DE9731}"/>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CED50E7A-00AC-8AFA-32A7-A1F85795A0CE}"/>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F31C4119-EF4F-FD3C-2CE2-6F51FE4688C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67E311AB-AC70-4A2E-A593-569045A14EC2}"/>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94A063E9-0207-D136-474D-D0198315559F}"/>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D6B9C1A8-9806-18FE-DF36-525F9F33602A}"/>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3D9EA8E3-C19F-B94B-D858-84039C9FC212}"/>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03004737-6454-7D30-64EF-7CAF7E6F0EF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F1FBD0A2-BF61-9B91-CCBF-02263F4D08DF}"/>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C1FE2709-2972-B460-505E-F8066FC27766}"/>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C0A25554-23E0-038C-98AC-82BB9A0BE1EB}"/>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9EB5FDA4-B8FF-F441-E3B3-1ADFAC9278DB}"/>
              </a:ext>
            </a:extLst>
          </p:cNvPr>
          <p:cNvSpPr/>
          <p:nvPr/>
        </p:nvSpPr>
        <p:spPr>
          <a:xfrm>
            <a:off x="3817249" y="2333486"/>
            <a:ext cx="1559081" cy="565110"/>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E61EADD-42BC-CB0E-8919-837495FEEF41}"/>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B74F7A09-685F-8C02-7301-513D62BBA01C}"/>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7DFD6463-CF44-4A25-973B-3351157CED33}"/>
              </a:ext>
            </a:extLst>
          </p:cNvPr>
          <p:cNvSpPr/>
          <p:nvPr/>
        </p:nvSpPr>
        <p:spPr>
          <a:xfrm>
            <a:off x="3817250" y="4275040"/>
            <a:ext cx="1559082"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23AA4F32-84DE-A686-C7BE-7FC634A42CF1}"/>
              </a:ext>
            </a:extLst>
          </p:cNvPr>
          <p:cNvSpPr/>
          <p:nvPr/>
        </p:nvSpPr>
        <p:spPr>
          <a:xfrm>
            <a:off x="3817249" y="4926787"/>
            <a:ext cx="1559083" cy="944846"/>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A6A823B5-C07D-FD26-2838-BF666A3AF4E5}"/>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0A69812-DCE4-5214-7BD0-0355D6B403D5}"/>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74BA707B-58BE-5D6D-1103-DCEECB0F30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1924C9BE-61E9-1021-042A-E1AD3BAD5DD5}"/>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E0BAD942-3ED0-978D-627F-651D0C165361}"/>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7C5E9671-896C-0E88-D99C-85FC4E43960C}"/>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93E24844-ED38-8C0C-E1D2-9115DC378F62}"/>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20C79480-D018-1B26-18B0-85388ED759AB}"/>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9812D089-51CD-9E6E-EE95-6F7C0335E8B4}"/>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E7D5AF51-A08B-F52D-ADB7-5E5FEA913F79}"/>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BE36A4EE-D3BA-2BAB-2921-D789CFB5992A}"/>
              </a:ext>
            </a:extLst>
          </p:cNvPr>
          <p:cNvCxnSpPr/>
          <p:nvPr/>
        </p:nvCxnSpPr>
        <p:spPr>
          <a:xfrm flipV="1">
            <a:off x="4595050" y="2636215"/>
            <a:ext cx="0" cy="2772075"/>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2D39DCD9-787D-1EC2-81C8-1D425BF96081}"/>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6BC5E9C4-6B22-265C-9C79-1370FA020833}"/>
              </a:ext>
            </a:extLst>
          </p:cNvPr>
          <p:cNvSpPr/>
          <p:nvPr/>
        </p:nvSpPr>
        <p:spPr>
          <a:xfrm>
            <a:off x="2382853" y="3710607"/>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読み込んだ</a:t>
            </a:r>
            <a:r>
              <a:rPr lang="en-US" altLang="ja-JP" sz="1400" dirty="0">
                <a:solidFill>
                  <a:schemeClr val="accent6"/>
                </a:solidFill>
              </a:rPr>
              <a:t>ID</a:t>
            </a:r>
            <a:r>
              <a:rPr lang="ja-JP" altLang="en-US" sz="1400" dirty="0">
                <a:solidFill>
                  <a:schemeClr val="accent6"/>
                </a:solidFill>
              </a:rPr>
              <a:t>で</a:t>
            </a:r>
            <a:endParaRPr lang="en-US" altLang="ja-JP" sz="1400" dirty="0">
              <a:solidFill>
                <a:schemeClr val="accent6"/>
              </a:solidFill>
            </a:endParaRPr>
          </a:p>
          <a:p>
            <a:pPr algn="ctr"/>
            <a:r>
              <a:rPr lang="ja-JP" altLang="en-US" sz="1400" dirty="0">
                <a:solidFill>
                  <a:schemeClr val="accent6"/>
                </a:solidFill>
              </a:rPr>
              <a:t>「出勤」への変更を要求</a:t>
            </a:r>
          </a:p>
        </p:txBody>
      </p:sp>
      <p:sp>
        <p:nvSpPr>
          <p:cNvPr id="4" name="正方形/長方形 3">
            <a:extLst>
              <a:ext uri="{FF2B5EF4-FFF2-40B4-BE49-F238E27FC236}">
                <a16:creationId xmlns:a16="http://schemas.microsoft.com/office/drawing/2014/main" id="{F76C19DC-DE2D-16FA-49A9-8E67D6C092D4}"/>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6658995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E7B24-1DE4-C3B5-EF1B-F684176E71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708A47-A79E-DDF4-7B4D-CADC672ABE11}"/>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44F9631C-5FD8-EF82-1C23-2AABDC3E9B9F}"/>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D4AB8A52-96EA-E99F-625A-8FE2E9889509}"/>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2A439ACF-AB7F-1DB8-684D-1DA620FD63B7}"/>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4F818DB8-9AF1-11AD-209F-66ACAC7288BF}"/>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E591E41E-17F9-7D5F-2B67-97909CBEFE5D}"/>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D5039AA0-69C7-BF9B-1EBF-647B90572658}"/>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5818F6A8-6CCB-DEF6-8E98-F9BB88AC1873}"/>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69CA0F64-EF85-4A66-5848-1731B506CD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6612BABE-4860-408A-7397-769A6AAB8560}"/>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CD710A0D-C143-BC29-DBE7-BA8286EEF8DA}"/>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F19F974E-FE20-16D3-A3CE-FA950B11D3E8}"/>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3F24EC3C-8D56-0046-AECC-35D11B92FCDD}"/>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04EC73FB-2DBF-BBEF-36C1-CD96A097FF7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D495B4E5-14DF-3888-A37F-839A39D3453D}"/>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54A82F16-F07C-2659-5654-33D3B1F741C5}"/>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C83DCED1-33CB-ADF0-603F-3E557B6E3F4E}"/>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04D525FD-C206-A1D0-5DF9-61FFFB9A2356}"/>
              </a:ext>
            </a:extLst>
          </p:cNvPr>
          <p:cNvSpPr/>
          <p:nvPr/>
        </p:nvSpPr>
        <p:spPr>
          <a:xfrm>
            <a:off x="3817249" y="2333486"/>
            <a:ext cx="1559081" cy="565110"/>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9FE96242-3D5D-7FF2-7BB2-BBF0A7672441}"/>
              </a:ext>
            </a:extLst>
          </p:cNvPr>
          <p:cNvSpPr/>
          <p:nvPr/>
        </p:nvSpPr>
        <p:spPr>
          <a:xfrm>
            <a:off x="3817249" y="2980670"/>
            <a:ext cx="1559081" cy="565111"/>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8CC25328-8453-9396-AE0D-12C465F71C3B}"/>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222EA88-AD1D-4B88-DC61-D46C0F8E2929}"/>
              </a:ext>
            </a:extLst>
          </p:cNvPr>
          <p:cNvSpPr/>
          <p:nvPr/>
        </p:nvSpPr>
        <p:spPr>
          <a:xfrm>
            <a:off x="3817250" y="4275040"/>
            <a:ext cx="1559082" cy="565111"/>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B9652B83-1E82-A480-7CDC-70F3E67DEB54}"/>
              </a:ext>
            </a:extLst>
          </p:cNvPr>
          <p:cNvSpPr/>
          <p:nvPr/>
        </p:nvSpPr>
        <p:spPr>
          <a:xfrm>
            <a:off x="3817249" y="4926787"/>
            <a:ext cx="1559083" cy="944846"/>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28B946A4-2CEB-4849-262B-1C30A9E14CD7}"/>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8C3EA5D-D910-6A76-BA03-B75F8BCA83AB}"/>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1EF7F760-0D33-29D6-45F4-6F1D99DFB23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22AFE9D3-F531-5423-568D-47489709CE0A}"/>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FBA75759-B168-D5BA-8D75-FF5F121DB189}"/>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FD20D7A1-40F0-E8A2-CC17-CB728F471D96}"/>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DCBD3063-D442-2B7D-9D66-8A236645E7FE}"/>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08148AB0-F7ED-9108-2FC8-F9D7356C9788}"/>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CD28E677-EFD6-2557-A58C-9528CB5DB0C1}"/>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2E859423-E930-1D4C-C830-F6A145EF3DBE}"/>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BDEEEA4D-150D-C445-80AC-981CEB40C8AE}"/>
              </a:ext>
            </a:extLst>
          </p:cNvPr>
          <p:cNvCxnSpPr>
            <a:cxnSpLocks/>
          </p:cNvCxnSpPr>
          <p:nvPr/>
        </p:nvCxnSpPr>
        <p:spPr>
          <a:xfrm>
            <a:off x="4258236" y="2645576"/>
            <a:ext cx="0" cy="1964558"/>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2A3D266-D6F1-6458-ED0C-6D5CC9E893E6}"/>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29" name="正方形/長方形 28">
            <a:extLst>
              <a:ext uri="{FF2B5EF4-FFF2-40B4-BE49-F238E27FC236}">
                <a16:creationId xmlns:a16="http://schemas.microsoft.com/office/drawing/2014/main" id="{F51C9CAF-8191-5435-83D3-9D20B9583574}"/>
              </a:ext>
            </a:extLst>
          </p:cNvPr>
          <p:cNvSpPr/>
          <p:nvPr/>
        </p:nvSpPr>
        <p:spPr>
          <a:xfrm>
            <a:off x="2035411" y="3239666"/>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①</a:t>
            </a:r>
            <a:endParaRPr lang="en-US" altLang="ja-JP" sz="1400" dirty="0">
              <a:solidFill>
                <a:schemeClr val="accent6"/>
              </a:solidFill>
            </a:endParaRPr>
          </a:p>
          <a:p>
            <a:pPr algn="ctr"/>
            <a:r>
              <a:rPr lang="ja-JP" altLang="en-US" sz="1400" dirty="0">
                <a:solidFill>
                  <a:schemeClr val="accent6"/>
                </a:solidFill>
              </a:rPr>
              <a:t>「</a:t>
            </a:r>
            <a:r>
              <a:rPr lang="en-US" altLang="ja-JP" sz="1400" dirty="0">
                <a:solidFill>
                  <a:schemeClr val="accent6"/>
                </a:solidFill>
              </a:rPr>
              <a:t>ID</a:t>
            </a:r>
            <a:r>
              <a:rPr lang="ja-JP" altLang="en-US" sz="1400" dirty="0">
                <a:solidFill>
                  <a:schemeClr val="accent6"/>
                </a:solidFill>
              </a:rPr>
              <a:t>」と「出勤」</a:t>
            </a:r>
            <a:endParaRPr lang="en-US" altLang="ja-JP" sz="1400" dirty="0">
              <a:solidFill>
                <a:schemeClr val="accent6"/>
              </a:solidFill>
            </a:endParaRPr>
          </a:p>
          <a:p>
            <a:pPr algn="ctr"/>
            <a:r>
              <a:rPr lang="ja-JP" altLang="en-US" sz="1400" dirty="0">
                <a:solidFill>
                  <a:schemeClr val="accent6"/>
                </a:solidFill>
              </a:rPr>
              <a:t>の２つの情報を渡す</a:t>
            </a:r>
            <a:endParaRPr lang="en-US" altLang="ja-JP" sz="1400" dirty="0">
              <a:solidFill>
                <a:schemeClr val="accent6"/>
              </a:solidFill>
            </a:endParaRPr>
          </a:p>
        </p:txBody>
      </p:sp>
      <p:cxnSp>
        <p:nvCxnSpPr>
          <p:cNvPr id="4" name="直線矢印コネクタ 3">
            <a:extLst>
              <a:ext uri="{FF2B5EF4-FFF2-40B4-BE49-F238E27FC236}">
                <a16:creationId xmlns:a16="http://schemas.microsoft.com/office/drawing/2014/main" id="{6C3053F8-B719-0FC0-9BB3-4CD16699543E}"/>
              </a:ext>
            </a:extLst>
          </p:cNvPr>
          <p:cNvCxnSpPr>
            <a:cxnSpLocks/>
          </p:cNvCxnSpPr>
          <p:nvPr/>
        </p:nvCxnSpPr>
        <p:spPr>
          <a:xfrm flipV="1">
            <a:off x="4894730" y="3229316"/>
            <a:ext cx="0" cy="1287531"/>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a16:creationId xmlns:a16="http://schemas.microsoft.com/office/drawing/2014/main" id="{0DCCFAAF-2D77-CFB5-73C6-F32684EB0F33}"/>
              </a:ext>
            </a:extLst>
          </p:cNvPr>
          <p:cNvSpPr/>
          <p:nvPr/>
        </p:nvSpPr>
        <p:spPr>
          <a:xfrm>
            <a:off x="5011745" y="3596887"/>
            <a:ext cx="2730501"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②</a:t>
            </a:r>
            <a:endParaRPr lang="en-US" altLang="ja-JP" sz="1400" dirty="0">
              <a:solidFill>
                <a:schemeClr val="accent6"/>
              </a:solidFill>
            </a:endParaRPr>
          </a:p>
          <a:p>
            <a:pPr algn="ctr"/>
            <a:r>
              <a:rPr lang="en-US" altLang="ja-JP" sz="1400" dirty="0">
                <a:solidFill>
                  <a:schemeClr val="accent6"/>
                </a:solidFill>
              </a:rPr>
              <a:t>“</a:t>
            </a:r>
            <a:r>
              <a:rPr lang="ja-JP" altLang="en-US" sz="1400" dirty="0">
                <a:solidFill>
                  <a:schemeClr val="accent6"/>
                </a:solidFill>
              </a:rPr>
              <a:t>「</a:t>
            </a:r>
            <a:r>
              <a:rPr lang="en-US" altLang="ja-JP" sz="1400" dirty="0">
                <a:solidFill>
                  <a:schemeClr val="accent6"/>
                </a:solidFill>
              </a:rPr>
              <a:t>ID</a:t>
            </a:r>
            <a:r>
              <a:rPr lang="ja-JP" altLang="en-US" sz="1400" dirty="0">
                <a:solidFill>
                  <a:schemeClr val="accent6"/>
                </a:solidFill>
              </a:rPr>
              <a:t>」を「出勤」に変更</a:t>
            </a:r>
            <a:r>
              <a:rPr lang="en-US" altLang="ja-JP" sz="1400" dirty="0">
                <a:solidFill>
                  <a:schemeClr val="accent6"/>
                </a:solidFill>
              </a:rPr>
              <a:t>”</a:t>
            </a:r>
          </a:p>
          <a:p>
            <a:pPr algn="ctr"/>
            <a:r>
              <a:rPr lang="ja-JP" altLang="en-US" sz="1400" dirty="0">
                <a:solidFill>
                  <a:schemeClr val="accent6"/>
                </a:solidFill>
              </a:rPr>
              <a:t>というタスクとして</a:t>
            </a:r>
            <a:r>
              <a:rPr lang="en-US" altLang="ja-JP" sz="1400" dirty="0">
                <a:solidFill>
                  <a:schemeClr val="accent6"/>
                </a:solidFill>
              </a:rPr>
              <a:t>DB</a:t>
            </a:r>
            <a:r>
              <a:rPr lang="ja-JP" altLang="en-US" sz="1400" dirty="0">
                <a:solidFill>
                  <a:schemeClr val="accent6"/>
                </a:solidFill>
              </a:rPr>
              <a:t>に追加</a:t>
            </a:r>
            <a:endParaRPr lang="en-US" altLang="ja-JP" sz="1400" dirty="0">
              <a:solidFill>
                <a:schemeClr val="accent6"/>
              </a:solidFill>
            </a:endParaRPr>
          </a:p>
        </p:txBody>
      </p:sp>
      <p:sp>
        <p:nvSpPr>
          <p:cNvPr id="31" name="正方形/長方形 30">
            <a:extLst>
              <a:ext uri="{FF2B5EF4-FFF2-40B4-BE49-F238E27FC236}">
                <a16:creationId xmlns:a16="http://schemas.microsoft.com/office/drawing/2014/main" id="{F06F58AB-092F-AE4B-182E-9E8EDBFAF685}"/>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3114679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B6C38-DA10-8095-5C4E-3D136DA0F8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C5104A7-74A7-29A9-9824-7D2B959DE373}"/>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7AA3E6EC-BF39-9FC6-3051-8F4A3D270E41}"/>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9B25534F-9786-ED49-4B4C-70FDB6E87A08}"/>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908D5227-8EB3-02BD-ACF5-8F56B9A569C7}"/>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1D93DBBB-D0DE-CFB5-D3D8-792E0FF519EE}"/>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EDC8B9C0-4ACD-6284-BD27-9585A704E7DF}"/>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A9040498-5A6B-493E-8992-23A20496A7E2}"/>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46C2DB0B-16D8-7E4B-96F5-303C91D7816D}"/>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D44DDBD0-3169-7575-647F-7E287E4633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5AD4302A-E352-8D8A-9F9D-9258EEC297BF}"/>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59AFAFDA-714D-9710-0ACC-7A23CC036AD8}"/>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0FF84349-0A7B-0211-25EC-D5B60D0520EC}"/>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E1A508F1-4E70-3CDF-B7C5-9CB49EC9AE40}"/>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34DBE351-C459-4867-2F3A-A60F0EBAAD7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564D481C-0064-4918-C29B-8560A0F4D763}"/>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D3CEA0DD-0520-28A0-D373-D33AF098165B}"/>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AE344D40-DE0F-BD24-CB2E-67A038F02546}"/>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27D07EE7-D7EE-A54B-D632-B0561A7E6EEC}"/>
              </a:ext>
            </a:extLst>
          </p:cNvPr>
          <p:cNvSpPr/>
          <p:nvPr/>
        </p:nvSpPr>
        <p:spPr>
          <a:xfrm>
            <a:off x="3817249" y="2333486"/>
            <a:ext cx="1559081" cy="565110"/>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984FFA29-4B3F-58BD-9DC4-ED8C6D8DBB1E}"/>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7E12403B-CD68-E468-5309-67A8417B2DA3}"/>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F9341F19-F4AE-2BCC-C72B-C51ABA5C6225}"/>
              </a:ext>
            </a:extLst>
          </p:cNvPr>
          <p:cNvSpPr/>
          <p:nvPr/>
        </p:nvSpPr>
        <p:spPr>
          <a:xfrm>
            <a:off x="3817250" y="4275040"/>
            <a:ext cx="1559082"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EF7A5F43-C3BF-A2BB-6A25-28D359381BEE}"/>
              </a:ext>
            </a:extLst>
          </p:cNvPr>
          <p:cNvSpPr/>
          <p:nvPr/>
        </p:nvSpPr>
        <p:spPr>
          <a:xfrm>
            <a:off x="3817249" y="4926787"/>
            <a:ext cx="1559083" cy="944846"/>
          </a:xfrm>
          <a:prstGeom prst="rect">
            <a:avLst/>
          </a:prstGeom>
          <a:solidFill>
            <a:srgbClr val="F2F2F2">
              <a:alpha val="50196"/>
            </a:srgb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C9263B04-FAB0-BAC7-E284-B52310ADF5E9}"/>
              </a:ext>
            </a:extLst>
          </p:cNvPr>
          <p:cNvSpPr/>
          <p:nvPr/>
        </p:nvSpPr>
        <p:spPr>
          <a:xfrm>
            <a:off x="3817249" y="5959525"/>
            <a:ext cx="1559083"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BF2A086E-BA47-A123-AFBB-6B9C8533FFB2}"/>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A6D20EA7-2C78-486D-25D7-A2376DFA85B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E37E2AF4-4199-FD72-99C9-A623C57106E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C756771A-8391-18A9-45F2-DF29288E8006}"/>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3C9944D7-3EFD-CC7D-7D3B-E8C8357560B9}"/>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A6EDBC8C-0456-2C0D-38B2-6339BB15540A}"/>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EE45401D-CF84-FD85-966D-EFD7E5B6B006}"/>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5791628A-17E6-ED37-AC65-CF24EDADFE7C}"/>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59DCB708-23E8-8C61-6B56-D7844017741D}"/>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4B91E0E8-05ED-D84C-9B7F-CCCD7C31352C}"/>
              </a:ext>
            </a:extLst>
          </p:cNvPr>
          <p:cNvCxnSpPr>
            <a:cxnSpLocks/>
          </p:cNvCxnSpPr>
          <p:nvPr/>
        </p:nvCxnSpPr>
        <p:spPr>
          <a:xfrm>
            <a:off x="4597400" y="2635250"/>
            <a:ext cx="0" cy="2828391"/>
          </a:xfrm>
          <a:prstGeom prst="straightConnector1">
            <a:avLst/>
          </a:prstGeom>
          <a:ln w="57150">
            <a:solidFill>
              <a:schemeClr val="accent6"/>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A114851D-CE90-D7D2-9D9C-0F964E49F50D}"/>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05861C66-CE00-62A9-F35B-7F672845659C}"/>
              </a:ext>
            </a:extLst>
          </p:cNvPr>
          <p:cNvSpPr/>
          <p:nvPr/>
        </p:nvSpPr>
        <p:spPr>
          <a:xfrm>
            <a:off x="4720510" y="3710607"/>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6"/>
                </a:solidFill>
              </a:rPr>
              <a:t>タスクを</a:t>
            </a:r>
            <a:r>
              <a:rPr lang="en-US" altLang="ja-JP" sz="1400" dirty="0">
                <a:solidFill>
                  <a:schemeClr val="accent6"/>
                </a:solidFill>
              </a:rPr>
              <a:t>DB</a:t>
            </a:r>
            <a:r>
              <a:rPr lang="ja-JP" altLang="en-US" sz="1400" dirty="0">
                <a:solidFill>
                  <a:schemeClr val="accent6"/>
                </a:solidFill>
              </a:rPr>
              <a:t>に追加した</a:t>
            </a:r>
            <a:endParaRPr lang="en-US" altLang="ja-JP" sz="1400" dirty="0">
              <a:solidFill>
                <a:schemeClr val="accent6"/>
              </a:solidFill>
            </a:endParaRPr>
          </a:p>
          <a:p>
            <a:pPr algn="ctr"/>
            <a:r>
              <a:rPr lang="ja-JP" altLang="en-US" sz="1400" dirty="0">
                <a:solidFill>
                  <a:schemeClr val="accent6"/>
                </a:solidFill>
              </a:rPr>
              <a:t>という返答をする</a:t>
            </a:r>
          </a:p>
        </p:txBody>
      </p:sp>
      <p:sp>
        <p:nvSpPr>
          <p:cNvPr id="4" name="正方形/長方形 3">
            <a:extLst>
              <a:ext uri="{FF2B5EF4-FFF2-40B4-BE49-F238E27FC236}">
                <a16:creationId xmlns:a16="http://schemas.microsoft.com/office/drawing/2014/main" id="{AFDB9590-FE55-C6D9-E610-4FBEFC7BB599}"/>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32575948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88B27-57FB-2B6D-47D7-CAC8A9BA441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91FAFA-6457-AC44-57CC-8112C930573A}"/>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412935CF-735F-3697-5897-2D9491C679FB}"/>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1BB93375-6383-BDAA-BDF2-B8F1AC4B1994}"/>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252BCD52-A6AD-EA36-F08C-A5959B271BF4}"/>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CE822686-F1B7-9BE0-94C3-78557C1B3D86}"/>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B9277F4E-8516-558C-6317-CA1D39296454}"/>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756735AB-6B4B-0250-0766-AE0CDD9E6B2B}"/>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AAE282D1-6C07-E3FF-41A5-36CC253F4A17}"/>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5EF4AF61-1EEC-7EBB-3BD2-283FF5C2A5F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F3FEB561-38E1-B43C-E5D0-3D755F927088}"/>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2655193E-9DFA-D158-C2EA-F9A0A93452CA}"/>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583DF8A6-22D1-1DC3-4883-5B5ACBF0FE7C}"/>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E099268A-A7B7-77EA-41FF-F222CAAB0A9B}"/>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D1A68A52-7D21-3CBE-FF5C-1F280970A1F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5C6674D5-C419-8B21-81CD-EC0795A2684E}"/>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C47A7E51-02F3-5AEE-4780-9B812064E4AD}"/>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70E9FDEE-0A1A-AE97-FBD8-2CE037FF9FCD}"/>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C9527FD3-FF80-9391-B34A-A05F39B16B0F}"/>
              </a:ext>
            </a:extLst>
          </p:cNvPr>
          <p:cNvSpPr/>
          <p:nvPr/>
        </p:nvSpPr>
        <p:spPr>
          <a:xfrm>
            <a:off x="3817249" y="2333486"/>
            <a:ext cx="1559081" cy="565110"/>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ACC053CF-9C4B-1755-673C-6FD714F3ACC7}"/>
              </a:ext>
            </a:extLst>
          </p:cNvPr>
          <p:cNvSpPr/>
          <p:nvPr/>
        </p:nvSpPr>
        <p:spPr>
          <a:xfrm>
            <a:off x="3817249" y="2980670"/>
            <a:ext cx="1559081" cy="565111"/>
          </a:xfrm>
          <a:prstGeom prst="rect">
            <a:avLst/>
          </a:prstGeom>
          <a:solidFill>
            <a:srgbClr val="F2F2F2">
              <a:alpha val="50196"/>
            </a:srgb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1B74E5B1-CC84-0FA3-0300-623A299D87A2}"/>
              </a:ext>
            </a:extLst>
          </p:cNvPr>
          <p:cNvSpPr/>
          <p:nvPr/>
        </p:nvSpPr>
        <p:spPr>
          <a:xfrm>
            <a:off x="3817249" y="3627855"/>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CF860812-6166-4D2C-0A67-5A63DA01D5DA}"/>
              </a:ext>
            </a:extLst>
          </p:cNvPr>
          <p:cNvSpPr/>
          <p:nvPr/>
        </p:nvSpPr>
        <p:spPr>
          <a:xfrm>
            <a:off x="3817250" y="4275040"/>
            <a:ext cx="1559082"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2BE9D2C8-46E1-1B99-09D2-DF851BDDA80F}"/>
              </a:ext>
            </a:extLst>
          </p:cNvPr>
          <p:cNvSpPr/>
          <p:nvPr/>
        </p:nvSpPr>
        <p:spPr>
          <a:xfrm>
            <a:off x="3817249" y="4926787"/>
            <a:ext cx="1559083" cy="944846"/>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13E5B572-4513-2B73-1941-31B2353EE0F6}"/>
              </a:ext>
            </a:extLst>
          </p:cNvPr>
          <p:cNvSpPr/>
          <p:nvPr/>
        </p:nvSpPr>
        <p:spPr>
          <a:xfrm>
            <a:off x="3817249" y="5959525"/>
            <a:ext cx="1559083" cy="565111"/>
          </a:xfrm>
          <a:prstGeom prst="rect">
            <a:avLst/>
          </a:prstGeom>
          <a:solidFill>
            <a:srgbClr val="F2F2F2">
              <a:alpha val="50196"/>
            </a:srgb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0979B64D-9551-FF2D-1E09-3D5E8837637B}"/>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679C932B-5145-59AC-84EF-6B1C4E8651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63247C24-903D-2481-81EC-421E08D1946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C12AF6B4-A5FC-A546-0EC8-C1CF44664146}"/>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8F1B02B7-7CB0-59B5-A922-C65DD18BF1D6}"/>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22B55B4A-5316-2362-1BA4-0B7B134F601F}"/>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13B9F0D1-2469-6364-4C29-84F36B34C4B8}"/>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FE92DA26-6B59-9ABC-21D8-3912C47F5D86}"/>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9F101B10-B2AA-CB36-527C-5C39D1046AA4}"/>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sp>
        <p:nvSpPr>
          <p:cNvPr id="17" name="テキスト ボックス 16">
            <a:extLst>
              <a:ext uri="{FF2B5EF4-FFF2-40B4-BE49-F238E27FC236}">
                <a16:creationId xmlns:a16="http://schemas.microsoft.com/office/drawing/2014/main" id="{EF941C43-2C2F-39FA-49DB-2D9A12189D05}"/>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CA76C35C-C3E9-6454-C4A2-9491C0EEAFB9}"/>
              </a:ext>
            </a:extLst>
          </p:cNvPr>
          <p:cNvSpPr/>
          <p:nvPr/>
        </p:nvSpPr>
        <p:spPr>
          <a:xfrm>
            <a:off x="4771488" y="4477578"/>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1"/>
                </a:solidFill>
              </a:rPr>
              <a:t>新しい未処理タスクの</a:t>
            </a:r>
            <a:endParaRPr lang="en-US" altLang="ja-JP" sz="1400" dirty="0">
              <a:solidFill>
                <a:schemeClr val="accent1"/>
              </a:solidFill>
            </a:endParaRPr>
          </a:p>
          <a:p>
            <a:pPr algn="ctr"/>
            <a:r>
              <a:rPr lang="ja-JP" altLang="en-US" sz="1400" dirty="0">
                <a:solidFill>
                  <a:schemeClr val="accent1"/>
                </a:solidFill>
              </a:rPr>
              <a:t>追加を検知・読込</a:t>
            </a:r>
          </a:p>
        </p:txBody>
      </p:sp>
      <p:cxnSp>
        <p:nvCxnSpPr>
          <p:cNvPr id="22" name="直線矢印コネクタ 21">
            <a:extLst>
              <a:ext uri="{FF2B5EF4-FFF2-40B4-BE49-F238E27FC236}">
                <a16:creationId xmlns:a16="http://schemas.microsoft.com/office/drawing/2014/main" id="{19277FC1-E899-05DB-EAEE-D4AD242D6401}"/>
              </a:ext>
            </a:extLst>
          </p:cNvPr>
          <p:cNvCxnSpPr>
            <a:cxnSpLocks/>
          </p:cNvCxnSpPr>
          <p:nvPr/>
        </p:nvCxnSpPr>
        <p:spPr>
          <a:xfrm flipV="1">
            <a:off x="4590564" y="3217248"/>
            <a:ext cx="0" cy="3071495"/>
          </a:xfrm>
          <a:prstGeom prst="straightConnector1">
            <a:avLst/>
          </a:prstGeom>
          <a:ln w="57150">
            <a:solidFill>
              <a:schemeClr val="accent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24" name="正方形/長方形 23">
            <a:extLst>
              <a:ext uri="{FF2B5EF4-FFF2-40B4-BE49-F238E27FC236}">
                <a16:creationId xmlns:a16="http://schemas.microsoft.com/office/drawing/2014/main" id="{87688401-493A-29CB-8BA4-9E501923DDD9}"/>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24196431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BE89D-D01B-864C-18F1-A4503385AB6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52BE95-9E7A-8D13-D4EE-055AFCEEE2DA}"/>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ABBA5E40-93BF-271E-DD56-6F7026122757}"/>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3DABDCCC-D2DD-793C-F3C2-52FE1D3B81B7}"/>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42C89EED-6988-19CB-5B81-C1B182A42604}"/>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88DD4755-1950-B45A-8985-40CCF937C0D0}"/>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D63905BC-64D0-AC3F-E1C9-9B99CF69B445}"/>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835D4CB4-D0BF-BB2D-7232-2100AAE38722}"/>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2BAAA106-9D8F-3653-F5CE-40E7964484D2}"/>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774EBB2B-BF86-8A4A-A590-059652E0C41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EBC20BB7-D386-2532-DE76-B323AB918796}"/>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B14A5ED5-92EA-E6CB-04C9-8B27CBF0AE81}"/>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9950EF00-C5F0-6BB6-2A8C-B00B35FE2744}"/>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5E71E139-18CB-F8DF-6F6A-33F1908E04F0}"/>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5C5F1D02-B73D-E896-617B-1576B32969E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2957B7C0-4567-AF39-5420-AD1852F7A4FA}"/>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5853351D-9EC6-31AB-DF87-AE6CA167824A}"/>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a:t>
              </a:r>
              <a:r>
                <a:rPr lang="en-US" altLang="ja-JP" sz="1400" b="1" dirty="0">
                  <a:solidFill>
                    <a:schemeClr val="accent1"/>
                  </a:solidFill>
                </a:rPr>
                <a:t>.env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B65BE6F8-0EC0-6CB5-D1B0-904685421B18}"/>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B1DB3EDF-FE8C-509A-7B59-6CB76FAC6A30}"/>
              </a:ext>
            </a:extLst>
          </p:cNvPr>
          <p:cNvSpPr/>
          <p:nvPr/>
        </p:nvSpPr>
        <p:spPr>
          <a:xfrm>
            <a:off x="3817249" y="2333486"/>
            <a:ext cx="1559081" cy="565110"/>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3A527E1-344B-F690-1334-B69D57DD1A7E}"/>
              </a:ext>
            </a:extLst>
          </p:cNvPr>
          <p:cNvSpPr/>
          <p:nvPr/>
        </p:nvSpPr>
        <p:spPr>
          <a:xfrm>
            <a:off x="3817249" y="2980670"/>
            <a:ext cx="1559081" cy="565111"/>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FB1F5B0F-A6E4-D024-8354-5E711158DCA7}"/>
              </a:ext>
            </a:extLst>
          </p:cNvPr>
          <p:cNvSpPr/>
          <p:nvPr/>
        </p:nvSpPr>
        <p:spPr>
          <a:xfrm>
            <a:off x="3817249" y="3627855"/>
            <a:ext cx="1559081" cy="565111"/>
          </a:xfrm>
          <a:prstGeom prst="rect">
            <a:avLst/>
          </a:prstGeom>
          <a:solidFill>
            <a:srgbClr val="F2F2F2">
              <a:alpha val="50196"/>
            </a:srgb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06F8485F-DA38-DC92-8BD8-B90178C58FF4}"/>
              </a:ext>
            </a:extLst>
          </p:cNvPr>
          <p:cNvSpPr/>
          <p:nvPr/>
        </p:nvSpPr>
        <p:spPr>
          <a:xfrm>
            <a:off x="3817250" y="4275040"/>
            <a:ext cx="1559082" cy="565111"/>
          </a:xfrm>
          <a:prstGeom prst="rect">
            <a:avLst/>
          </a:prstGeom>
          <a:solidFill>
            <a:srgbClr val="F2F2F2">
              <a:alpha val="50196"/>
            </a:srgb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E352384C-71E2-AC19-1830-6D30414E4F52}"/>
              </a:ext>
            </a:extLst>
          </p:cNvPr>
          <p:cNvSpPr/>
          <p:nvPr/>
        </p:nvSpPr>
        <p:spPr>
          <a:xfrm>
            <a:off x="3817249" y="4926787"/>
            <a:ext cx="1559083" cy="944846"/>
          </a:xfrm>
          <a:prstGeom prst="rect">
            <a:avLst/>
          </a:prstGeom>
          <a:solidFill>
            <a:srgbClr val="F2F2F2">
              <a:alpha val="50196"/>
            </a:srgbClr>
          </a:solid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正方形/長方形 14">
            <a:extLst>
              <a:ext uri="{FF2B5EF4-FFF2-40B4-BE49-F238E27FC236}">
                <a16:creationId xmlns:a16="http://schemas.microsoft.com/office/drawing/2014/main" id="{176143B5-E1CC-6999-24D1-5A2B9B0A93A0}"/>
              </a:ext>
            </a:extLst>
          </p:cNvPr>
          <p:cNvSpPr/>
          <p:nvPr/>
        </p:nvSpPr>
        <p:spPr>
          <a:xfrm>
            <a:off x="3817249" y="5959525"/>
            <a:ext cx="1559083" cy="565111"/>
          </a:xfrm>
          <a:prstGeom prst="rect">
            <a:avLst/>
          </a:prstGeom>
          <a:solidFill>
            <a:srgbClr val="F2F2F2">
              <a:alpha val="50196"/>
            </a:srgb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5690F9-5578-88EF-76C5-1446900FDD0C}"/>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6BF4F3D5-39C3-D345-FD3A-223CCBE89C8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6B6ECB88-4794-8471-9EBC-4EA48CDB701F}"/>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8CB48957-583C-A1B1-EDE4-944A16EA17AF}"/>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98798646-BB88-C65B-FC83-46BEECFD5299}"/>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D03933EF-37AC-B234-DE31-B1A8D885CD5B}"/>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75A5F341-C488-53A0-22C4-FE3420EC955B}"/>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E6E9B6E6-80DC-5D21-B74E-091351979315}"/>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F2D89A3C-ED5E-32A5-E827-954E92872048}"/>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cxnSp>
        <p:nvCxnSpPr>
          <p:cNvPr id="7" name="直線矢印コネクタ 6">
            <a:extLst>
              <a:ext uri="{FF2B5EF4-FFF2-40B4-BE49-F238E27FC236}">
                <a16:creationId xmlns:a16="http://schemas.microsoft.com/office/drawing/2014/main" id="{A0DE8720-F77C-BC47-2CAB-EA8B1BC0ED74}"/>
              </a:ext>
            </a:extLst>
          </p:cNvPr>
          <p:cNvCxnSpPr>
            <a:cxnSpLocks/>
          </p:cNvCxnSpPr>
          <p:nvPr/>
        </p:nvCxnSpPr>
        <p:spPr>
          <a:xfrm flipV="1">
            <a:off x="4301807" y="4508703"/>
            <a:ext cx="0" cy="1780040"/>
          </a:xfrm>
          <a:prstGeom prst="straightConnector1">
            <a:avLst/>
          </a:prstGeom>
          <a:ln w="57150">
            <a:solidFill>
              <a:schemeClr val="accent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1FEAFA93-D719-6D45-29DA-10736204B8BB}"/>
              </a:ext>
            </a:extLst>
          </p:cNvPr>
          <p:cNvSpPr txBox="1"/>
          <p:nvPr/>
        </p:nvSpPr>
        <p:spPr>
          <a:xfrm>
            <a:off x="4648682" y="3803807"/>
            <a:ext cx="2999017" cy="369332"/>
          </a:xfrm>
          <a:prstGeom prst="rect">
            <a:avLst/>
          </a:prstGeom>
          <a:noFill/>
        </p:spPr>
        <p:txBody>
          <a:bodyPr wrap="square" rtlCol="0">
            <a:spAutoFit/>
          </a:bodyPr>
          <a:lstStyle/>
          <a:p>
            <a:endParaRPr kumimoji="1" lang="ja-JP" altLang="en-US" b="1" dirty="0">
              <a:solidFill>
                <a:schemeClr val="accent6"/>
              </a:solidFill>
            </a:endParaRPr>
          </a:p>
        </p:txBody>
      </p:sp>
      <p:sp>
        <p:nvSpPr>
          <p:cNvPr id="19" name="正方形/長方形 18">
            <a:extLst>
              <a:ext uri="{FF2B5EF4-FFF2-40B4-BE49-F238E27FC236}">
                <a16:creationId xmlns:a16="http://schemas.microsoft.com/office/drawing/2014/main" id="{45400C71-204C-FCBE-6CC6-150E221C6B85}"/>
              </a:ext>
            </a:extLst>
          </p:cNvPr>
          <p:cNvSpPr/>
          <p:nvPr/>
        </p:nvSpPr>
        <p:spPr>
          <a:xfrm>
            <a:off x="2085560" y="5025295"/>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1"/>
                </a:solidFill>
              </a:rPr>
              <a:t>①</a:t>
            </a:r>
            <a:endParaRPr lang="en-US" altLang="ja-JP" sz="1400" dirty="0">
              <a:solidFill>
                <a:schemeClr val="accent1"/>
              </a:solidFill>
            </a:endParaRPr>
          </a:p>
          <a:p>
            <a:pPr algn="ctr"/>
            <a:r>
              <a:rPr lang="ja-JP" altLang="en-US" sz="1400" dirty="0">
                <a:solidFill>
                  <a:schemeClr val="accent1"/>
                </a:solidFill>
              </a:rPr>
              <a:t>新しい未処理タスクを</a:t>
            </a:r>
            <a:endParaRPr lang="en-US" altLang="ja-JP" sz="1400" dirty="0">
              <a:solidFill>
                <a:schemeClr val="accent1"/>
              </a:solidFill>
            </a:endParaRPr>
          </a:p>
          <a:p>
            <a:pPr algn="ctr"/>
            <a:r>
              <a:rPr lang="ja-JP" altLang="en-US" sz="1400" dirty="0">
                <a:solidFill>
                  <a:schemeClr val="accent1"/>
                </a:solidFill>
              </a:rPr>
              <a:t>実行する</a:t>
            </a:r>
          </a:p>
        </p:txBody>
      </p:sp>
      <p:cxnSp>
        <p:nvCxnSpPr>
          <p:cNvPr id="22" name="直線矢印コネクタ 21">
            <a:extLst>
              <a:ext uri="{FF2B5EF4-FFF2-40B4-BE49-F238E27FC236}">
                <a16:creationId xmlns:a16="http://schemas.microsoft.com/office/drawing/2014/main" id="{E71780AD-ED8F-FD94-A275-DBBBE142531C}"/>
              </a:ext>
            </a:extLst>
          </p:cNvPr>
          <p:cNvCxnSpPr>
            <a:cxnSpLocks/>
          </p:cNvCxnSpPr>
          <p:nvPr/>
        </p:nvCxnSpPr>
        <p:spPr>
          <a:xfrm flipV="1">
            <a:off x="4864297" y="3803807"/>
            <a:ext cx="0" cy="2493692"/>
          </a:xfrm>
          <a:prstGeom prst="straightConnector1">
            <a:avLst/>
          </a:prstGeom>
          <a:ln w="57150">
            <a:solidFill>
              <a:schemeClr val="accent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46CC96CA-576D-6BE7-D50E-97CC8E80ED9E}"/>
              </a:ext>
            </a:extLst>
          </p:cNvPr>
          <p:cNvSpPr/>
          <p:nvPr/>
        </p:nvSpPr>
        <p:spPr>
          <a:xfrm>
            <a:off x="5006913" y="4635800"/>
            <a:ext cx="2089610" cy="641081"/>
          </a:xfrm>
          <a:prstGeom prst="rect">
            <a:avLst/>
          </a:prstGeom>
          <a:solidFill>
            <a:schemeClr val="bg2"/>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lIns="0" tIns="46800" rIns="0" bIns="0" rtlCol="0" anchor="ctr"/>
          <a:lstStyle/>
          <a:p>
            <a:pPr algn="ctr"/>
            <a:r>
              <a:rPr lang="ja-JP" altLang="en-US" sz="1400" dirty="0">
                <a:solidFill>
                  <a:schemeClr val="accent1"/>
                </a:solidFill>
              </a:rPr>
              <a:t>②</a:t>
            </a:r>
            <a:endParaRPr lang="en-US" altLang="ja-JP" sz="1400" dirty="0">
              <a:solidFill>
                <a:schemeClr val="accent1"/>
              </a:solidFill>
            </a:endParaRPr>
          </a:p>
          <a:p>
            <a:pPr algn="ctr"/>
            <a:r>
              <a:rPr lang="ja-JP" altLang="en-US" sz="1400" dirty="0">
                <a:solidFill>
                  <a:schemeClr val="accent1"/>
                </a:solidFill>
              </a:rPr>
              <a:t>タスクの実行結果を</a:t>
            </a:r>
            <a:endParaRPr lang="en-US" altLang="ja-JP" sz="1400" dirty="0">
              <a:solidFill>
                <a:schemeClr val="accent1"/>
              </a:solidFill>
            </a:endParaRPr>
          </a:p>
          <a:p>
            <a:pPr algn="ctr"/>
            <a:r>
              <a:rPr lang="ja-JP" altLang="en-US" sz="1400" dirty="0">
                <a:solidFill>
                  <a:schemeClr val="accent1"/>
                </a:solidFill>
              </a:rPr>
              <a:t>ログに追記</a:t>
            </a:r>
          </a:p>
        </p:txBody>
      </p:sp>
      <p:sp>
        <p:nvSpPr>
          <p:cNvPr id="30" name="正方形/長方形 29">
            <a:extLst>
              <a:ext uri="{FF2B5EF4-FFF2-40B4-BE49-F238E27FC236}">
                <a16:creationId xmlns:a16="http://schemas.microsoft.com/office/drawing/2014/main" id="{B5B15833-798A-7F31-6CA6-23C2B810C7BA}"/>
              </a:ext>
            </a:extLst>
          </p:cNvPr>
          <p:cNvSpPr/>
          <p:nvPr/>
        </p:nvSpPr>
        <p:spPr>
          <a:xfrm>
            <a:off x="693160" y="1635422"/>
            <a:ext cx="2612727" cy="120644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t>例：ある登録済みユーザーが</a:t>
            </a:r>
            <a:endParaRPr lang="en-US" altLang="ja-JP" sz="1400" dirty="0"/>
          </a:p>
          <a:p>
            <a:pPr algn="ctr"/>
            <a:r>
              <a:rPr lang="ja-JP" altLang="en-US" sz="1400" dirty="0"/>
              <a:t>「在室 </a:t>
            </a:r>
            <a:r>
              <a:rPr lang="en-US" altLang="ja-JP" sz="1400" dirty="0"/>
              <a:t>(Clock In)</a:t>
            </a:r>
            <a:r>
              <a:rPr lang="ja-JP" altLang="en-US" sz="1400" dirty="0"/>
              <a:t>」ボタンを</a:t>
            </a:r>
            <a:endParaRPr lang="en-US" altLang="ja-JP" sz="1400" dirty="0"/>
          </a:p>
          <a:p>
            <a:pPr algn="ctr"/>
            <a:r>
              <a:rPr lang="ja-JP" altLang="en-US" sz="1400" dirty="0"/>
              <a:t>押した後，自身の</a:t>
            </a:r>
            <a:r>
              <a:rPr lang="en-US" altLang="ja-JP" sz="1400" dirty="0"/>
              <a:t>IC</a:t>
            </a:r>
            <a:r>
              <a:rPr lang="ja-JP" altLang="en-US" sz="1400" dirty="0"/>
              <a:t>カードを</a:t>
            </a:r>
            <a:endParaRPr lang="en-US" altLang="ja-JP" sz="1400" dirty="0"/>
          </a:p>
          <a:p>
            <a:pPr algn="ctr"/>
            <a:r>
              <a:rPr lang="ja-JP" altLang="en-US" sz="1400" dirty="0"/>
              <a:t>読み込んだ場合</a:t>
            </a:r>
          </a:p>
        </p:txBody>
      </p:sp>
    </p:spTree>
    <p:extLst>
      <p:ext uri="{BB962C8B-B14F-4D97-AF65-F5344CB8AC3E}">
        <p14:creationId xmlns:p14="http://schemas.microsoft.com/office/powerpoint/2010/main" val="11952618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D21B-18D1-FE82-0FBD-9541B6A711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E25378-3C97-62D7-B260-7D55754C8AD1}"/>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B8A49148-D205-68B5-B650-712FD0E50C02}"/>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433D9A7C-08C2-7BA9-F4F0-0DDACF276E53}"/>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291ABB48-35A6-28DD-213D-1532F52A957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2B436D7A-E740-D28F-DE42-DF34AF87DDEA}"/>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A2309025-AC94-C549-1D1D-8E229E650DE6}"/>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30F85ED4-B02D-64B1-3D80-D5F7952792D8}"/>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B654001D-3303-9B66-9ADE-7DAD257376C6}"/>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4B486613-D48B-C189-4F74-984D448296E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FF72695B-8C01-A04A-E6BF-FB80DB4553FE}"/>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2C599E27-29D9-0547-25F0-7135D7704289}"/>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6B700E86-8E88-2EB9-8B42-240D1CB3D68E}"/>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38A352E3-E67B-00E6-3E81-AB9F92E22DC2}"/>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3D56B4FF-515E-0150-27FD-49C9F034DCC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CEA57A15-DCB2-14FE-94B1-C8D5AF0E7CBA}"/>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2929CE4C-794F-1533-2E74-F9851B726D2C}"/>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771DADE1-099F-FE58-0853-CB1C8575E777}"/>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10" name="正方形/長方形 9">
            <a:extLst>
              <a:ext uri="{FF2B5EF4-FFF2-40B4-BE49-F238E27FC236}">
                <a16:creationId xmlns:a16="http://schemas.microsoft.com/office/drawing/2014/main" id="{91B9A820-497F-7C04-9606-FCBF46F02955}"/>
              </a:ext>
            </a:extLst>
          </p:cNvPr>
          <p:cNvSpPr/>
          <p:nvPr/>
        </p:nvSpPr>
        <p:spPr>
          <a:xfrm>
            <a:off x="3817249" y="2333486"/>
            <a:ext cx="1559081" cy="565110"/>
          </a:xfrm>
          <a:prstGeom prst="rect">
            <a:avLst/>
          </a:prstGeom>
          <a:solidFill>
            <a:schemeClr val="accent6">
              <a:lumMod val="20000"/>
              <a:lumOff val="80000"/>
              <a:alpha val="50196"/>
            </a:schemeClr>
          </a:solid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9B2D2389-C62F-20C1-7695-95799958737F}"/>
              </a:ext>
            </a:extLst>
          </p:cNvPr>
          <p:cNvSpPr/>
          <p:nvPr/>
        </p:nvSpPr>
        <p:spPr>
          <a:xfrm>
            <a:off x="3817249" y="2980670"/>
            <a:ext cx="1559081" cy="565111"/>
          </a:xfrm>
          <a:prstGeom prst="rect">
            <a:avLst/>
          </a:prstGeom>
          <a:solidFill>
            <a:schemeClr val="accent4">
              <a:lumMod val="20000"/>
              <a:lumOff val="80000"/>
              <a:alpha val="50196"/>
            </a:schemeClr>
          </a:solid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7E2680C4-7171-8D8B-00FC-C82A3E41DC94}"/>
              </a:ext>
            </a:extLst>
          </p:cNvPr>
          <p:cNvSpPr/>
          <p:nvPr/>
        </p:nvSpPr>
        <p:spPr>
          <a:xfrm>
            <a:off x="3817249" y="3627855"/>
            <a:ext cx="1559081" cy="565111"/>
          </a:xfrm>
          <a:prstGeom prst="rect">
            <a:avLst/>
          </a:prstGeom>
          <a:solidFill>
            <a:schemeClr val="accent5">
              <a:lumMod val="20000"/>
              <a:lumOff val="80000"/>
              <a:alpha val="50196"/>
            </a:schemeClr>
          </a:solidFill>
          <a:ln w="190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01EFF260-F479-A02C-2A2C-EABB6A13DB75}"/>
              </a:ext>
            </a:extLst>
          </p:cNvPr>
          <p:cNvSpPr/>
          <p:nvPr/>
        </p:nvSpPr>
        <p:spPr>
          <a:xfrm>
            <a:off x="3817250" y="4275040"/>
            <a:ext cx="1559082" cy="565111"/>
          </a:xfrm>
          <a:prstGeom prst="rect">
            <a:avLst/>
          </a:prstGeom>
          <a:solidFill>
            <a:srgbClr val="F9D4FE">
              <a:alpha val="49804"/>
            </a:srgbClr>
          </a:solid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75EEEAC2-AA6A-9C6E-295A-97438FF51BF9}"/>
              </a:ext>
            </a:extLst>
          </p:cNvPr>
          <p:cNvSpPr/>
          <p:nvPr/>
        </p:nvSpPr>
        <p:spPr>
          <a:xfrm>
            <a:off x="3817249" y="4926787"/>
            <a:ext cx="1559083" cy="944846"/>
          </a:xfrm>
          <a:prstGeom prst="rect">
            <a:avLst/>
          </a:prstGeom>
          <a:solidFill>
            <a:schemeClr val="accent1">
              <a:lumMod val="20000"/>
              <a:lumOff val="80000"/>
              <a:alpha val="49804"/>
            </a:schemeClr>
          </a:solid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C82416C3-D80C-2944-13D5-992A526BD052}"/>
              </a:ext>
            </a:extLst>
          </p:cNvPr>
          <p:cNvSpPr/>
          <p:nvPr/>
        </p:nvSpPr>
        <p:spPr>
          <a:xfrm>
            <a:off x="3817249" y="5959525"/>
            <a:ext cx="1559083" cy="565111"/>
          </a:xfrm>
          <a:prstGeom prst="rect">
            <a:avLst/>
          </a:prstGeom>
          <a:solidFill>
            <a:schemeClr val="tx2">
              <a:lumMod val="90000"/>
              <a:alpha val="49804"/>
            </a:schemeClr>
          </a:solidFill>
          <a:ln w="19050">
            <a:solidFill>
              <a:schemeClr val="tx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656DFBE3-19E7-7C69-76BF-00160F433FCB}"/>
              </a:ext>
            </a:extLst>
          </p:cNvPr>
          <p:cNvSpPr txBox="1"/>
          <p:nvPr/>
        </p:nvSpPr>
        <p:spPr>
          <a:xfrm>
            <a:off x="5843374" y="2462152"/>
            <a:ext cx="2614826" cy="307777"/>
          </a:xfrm>
          <a:prstGeom prst="rect">
            <a:avLst/>
          </a:prstGeom>
          <a:noFill/>
        </p:spPr>
        <p:txBody>
          <a:bodyPr wrap="square" rtlCol="0">
            <a:spAutoFit/>
          </a:bodyPr>
          <a:lstStyle/>
          <a:p>
            <a:r>
              <a:rPr kumimoji="1" lang="en-US" altLang="ja-JP" sz="1400" dirty="0" err="1"/>
              <a:t>FastAPI</a:t>
            </a:r>
            <a:r>
              <a:rPr lang="ja-JP" altLang="en-US" sz="1400" dirty="0"/>
              <a:t>関連</a:t>
            </a:r>
            <a:endParaRPr kumimoji="1" lang="ja-JP" altLang="en-US" sz="1400" dirty="0"/>
          </a:p>
        </p:txBody>
      </p:sp>
      <p:pic>
        <p:nvPicPr>
          <p:cNvPr id="18" name="グラフィックス 17">
            <a:extLst>
              <a:ext uri="{FF2B5EF4-FFF2-40B4-BE49-F238E27FC236}">
                <a16:creationId xmlns:a16="http://schemas.microsoft.com/office/drawing/2014/main" id="{4948CE7F-FDEE-2F23-A5A2-3945847BBF8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0877" y="2429791"/>
            <a:ext cx="372497" cy="372497"/>
          </a:xfrm>
          <a:prstGeom prst="rect">
            <a:avLst/>
          </a:prstGeom>
        </p:spPr>
      </p:pic>
      <p:pic>
        <p:nvPicPr>
          <p:cNvPr id="1026" name="Picture 2" descr="SQLite】10分で分かる SQLiteとは？ | レンサバ">
            <a:extLst>
              <a:ext uri="{FF2B5EF4-FFF2-40B4-BE49-F238E27FC236}">
                <a16:creationId xmlns:a16="http://schemas.microsoft.com/office/drawing/2014/main" id="{46A94B95-1E29-4758-91A3-9E0434F00DF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3878" r="14269"/>
          <a:stretch/>
        </p:blipFill>
        <p:spPr bwMode="auto">
          <a:xfrm>
            <a:off x="5475632" y="3073434"/>
            <a:ext cx="367742" cy="372497"/>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99C24449-CD58-8C8C-8F3A-D9D87242BC36}"/>
              </a:ext>
            </a:extLst>
          </p:cNvPr>
          <p:cNvSpPr txBox="1"/>
          <p:nvPr/>
        </p:nvSpPr>
        <p:spPr>
          <a:xfrm>
            <a:off x="5843374" y="3125295"/>
            <a:ext cx="2614826" cy="307777"/>
          </a:xfrm>
          <a:prstGeom prst="rect">
            <a:avLst/>
          </a:prstGeom>
          <a:noFill/>
        </p:spPr>
        <p:txBody>
          <a:bodyPr wrap="square" rtlCol="0">
            <a:spAutoFit/>
          </a:bodyPr>
          <a:lstStyle/>
          <a:p>
            <a:r>
              <a:rPr lang="en-US" altLang="ja-JP" sz="1400" dirty="0"/>
              <a:t>Database</a:t>
            </a:r>
            <a:r>
              <a:rPr lang="ja-JP" altLang="en-US" sz="1400" dirty="0"/>
              <a:t>関連</a:t>
            </a:r>
            <a:endParaRPr kumimoji="1" lang="ja-JP" altLang="en-US" sz="1400" dirty="0"/>
          </a:p>
        </p:txBody>
      </p:sp>
      <p:sp>
        <p:nvSpPr>
          <p:cNvPr id="21" name="テキスト ボックス 20">
            <a:extLst>
              <a:ext uri="{FF2B5EF4-FFF2-40B4-BE49-F238E27FC236}">
                <a16:creationId xmlns:a16="http://schemas.microsoft.com/office/drawing/2014/main" id="{E58D2915-81E4-F243-8C6A-FE04971294CE}"/>
              </a:ext>
            </a:extLst>
          </p:cNvPr>
          <p:cNvSpPr txBox="1"/>
          <p:nvPr/>
        </p:nvSpPr>
        <p:spPr>
          <a:xfrm>
            <a:off x="5470877" y="3779218"/>
            <a:ext cx="2614826" cy="307777"/>
          </a:xfrm>
          <a:prstGeom prst="rect">
            <a:avLst/>
          </a:prstGeom>
          <a:noFill/>
        </p:spPr>
        <p:txBody>
          <a:bodyPr wrap="square" rtlCol="0">
            <a:spAutoFit/>
          </a:bodyPr>
          <a:lstStyle/>
          <a:p>
            <a:r>
              <a:rPr lang="ja-JP" altLang="en-US" sz="1400" dirty="0"/>
              <a:t>実行ログ関連</a:t>
            </a:r>
            <a:endParaRPr kumimoji="1" lang="ja-JP" altLang="en-US" sz="1400" dirty="0"/>
          </a:p>
        </p:txBody>
      </p:sp>
      <p:pic>
        <p:nvPicPr>
          <p:cNvPr id="23" name="図 22" descr="アイコン&#10;&#10;AI によって生成されたコンテンツは間違っている可能性があります。">
            <a:extLst>
              <a:ext uri="{FF2B5EF4-FFF2-40B4-BE49-F238E27FC236}">
                <a16:creationId xmlns:a16="http://schemas.microsoft.com/office/drawing/2014/main" id="{A418D63F-6128-D027-26B0-5A3A518DC1DA}"/>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5480878" y="5201191"/>
            <a:ext cx="357774" cy="403333"/>
          </a:xfrm>
          <a:prstGeom prst="rect">
            <a:avLst/>
          </a:prstGeom>
        </p:spPr>
      </p:pic>
      <p:sp>
        <p:nvSpPr>
          <p:cNvPr id="25" name="テキスト ボックス 24">
            <a:extLst>
              <a:ext uri="{FF2B5EF4-FFF2-40B4-BE49-F238E27FC236}">
                <a16:creationId xmlns:a16="http://schemas.microsoft.com/office/drawing/2014/main" id="{B399D16C-4F03-6D35-DF2B-11F9F83B480B}"/>
              </a:ext>
            </a:extLst>
          </p:cNvPr>
          <p:cNvSpPr txBox="1"/>
          <p:nvPr/>
        </p:nvSpPr>
        <p:spPr>
          <a:xfrm>
            <a:off x="5838652" y="5248736"/>
            <a:ext cx="2614826" cy="307777"/>
          </a:xfrm>
          <a:prstGeom prst="rect">
            <a:avLst/>
          </a:prstGeom>
          <a:noFill/>
        </p:spPr>
        <p:txBody>
          <a:bodyPr wrap="square" rtlCol="0">
            <a:spAutoFit/>
          </a:bodyPr>
          <a:lstStyle/>
          <a:p>
            <a:r>
              <a:rPr lang="en-US" altLang="ja-JP" sz="1400" dirty="0"/>
              <a:t>React</a:t>
            </a:r>
            <a:r>
              <a:rPr lang="ja-JP" altLang="en-US" sz="1400" dirty="0"/>
              <a:t>関連</a:t>
            </a:r>
            <a:endParaRPr kumimoji="1" lang="ja-JP" altLang="en-US" sz="1400" dirty="0"/>
          </a:p>
        </p:txBody>
      </p:sp>
      <p:sp>
        <p:nvSpPr>
          <p:cNvPr id="26" name="テキスト ボックス 25">
            <a:extLst>
              <a:ext uri="{FF2B5EF4-FFF2-40B4-BE49-F238E27FC236}">
                <a16:creationId xmlns:a16="http://schemas.microsoft.com/office/drawing/2014/main" id="{3DE9B8EC-E3B8-F260-30C0-791203111BB9}"/>
              </a:ext>
            </a:extLst>
          </p:cNvPr>
          <p:cNvSpPr txBox="1"/>
          <p:nvPr/>
        </p:nvSpPr>
        <p:spPr>
          <a:xfrm>
            <a:off x="5451820" y="4403706"/>
            <a:ext cx="2999019" cy="307777"/>
          </a:xfrm>
          <a:prstGeom prst="rect">
            <a:avLst/>
          </a:prstGeom>
          <a:noFill/>
        </p:spPr>
        <p:txBody>
          <a:bodyPr wrap="square" rtlCol="0">
            <a:spAutoFit/>
          </a:bodyPr>
          <a:lstStyle/>
          <a:p>
            <a:r>
              <a:rPr lang="en-US" altLang="ja-JP" sz="1400" dirty="0"/>
              <a:t>worker</a:t>
            </a:r>
            <a:r>
              <a:rPr lang="ja-JP" altLang="en-US" sz="1400" dirty="0"/>
              <a:t>と</a:t>
            </a:r>
            <a:r>
              <a:rPr lang="en-US" altLang="ja-JP" sz="1400" dirty="0"/>
              <a:t>app</a:t>
            </a:r>
            <a:r>
              <a:rPr lang="ja-JP" altLang="en-US" sz="1400" dirty="0"/>
              <a:t>の共通参照ファイル</a:t>
            </a:r>
            <a:endParaRPr kumimoji="1" lang="ja-JP" altLang="en-US" sz="1400" dirty="0"/>
          </a:p>
        </p:txBody>
      </p:sp>
      <p:sp>
        <p:nvSpPr>
          <p:cNvPr id="27" name="テキスト ボックス 26">
            <a:extLst>
              <a:ext uri="{FF2B5EF4-FFF2-40B4-BE49-F238E27FC236}">
                <a16:creationId xmlns:a16="http://schemas.microsoft.com/office/drawing/2014/main" id="{A543E491-E314-609D-332A-2EFBB8889409}"/>
              </a:ext>
            </a:extLst>
          </p:cNvPr>
          <p:cNvSpPr txBox="1"/>
          <p:nvPr/>
        </p:nvSpPr>
        <p:spPr>
          <a:xfrm>
            <a:off x="5451819" y="6093766"/>
            <a:ext cx="2999019" cy="307777"/>
          </a:xfrm>
          <a:prstGeom prst="rect">
            <a:avLst/>
          </a:prstGeom>
          <a:noFill/>
        </p:spPr>
        <p:txBody>
          <a:bodyPr wrap="square" rtlCol="0">
            <a:spAutoFit/>
          </a:bodyPr>
          <a:lstStyle/>
          <a:p>
            <a:r>
              <a:rPr lang="ja-JP" altLang="en-US" sz="1400" dirty="0"/>
              <a:t>タスク</a:t>
            </a:r>
            <a:r>
              <a:rPr kumimoji="1" lang="ja-JP" altLang="en-US" sz="1400" dirty="0"/>
              <a:t>処理関連</a:t>
            </a:r>
          </a:p>
        </p:txBody>
      </p:sp>
    </p:spTree>
    <p:extLst>
      <p:ext uri="{BB962C8B-B14F-4D97-AF65-F5344CB8AC3E}">
        <p14:creationId xmlns:p14="http://schemas.microsoft.com/office/powerpoint/2010/main" val="3407126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B9F29-A038-A766-1170-F475CD64DA6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BFB016-3137-9F7B-C6FD-2241E70BFB28}"/>
              </a:ext>
            </a:extLst>
          </p:cNvPr>
          <p:cNvSpPr>
            <a:spLocks noGrp="1"/>
          </p:cNvSpPr>
          <p:nvPr>
            <p:ph type="title"/>
          </p:nvPr>
        </p:nvSpPr>
        <p:spPr/>
        <p:txBody>
          <a:bodyPr/>
          <a:lstStyle/>
          <a:p>
            <a:r>
              <a:rPr kumimoji="1" lang="ja-JP" altLang="en-US" dirty="0"/>
              <a:t>在室確認システム</a:t>
            </a:r>
            <a:r>
              <a:rPr lang="ja-JP" altLang="en-US" dirty="0"/>
              <a:t> </a:t>
            </a:r>
            <a:r>
              <a:rPr lang="en-US" altLang="ja-JP" dirty="0"/>
              <a:t>– </a:t>
            </a:r>
            <a:r>
              <a:rPr lang="ja-JP" altLang="en-US" dirty="0"/>
              <a:t>制御デバイス</a:t>
            </a:r>
            <a:endParaRPr kumimoji="1" lang="ja-JP" altLang="en-US" dirty="0"/>
          </a:p>
        </p:txBody>
      </p:sp>
      <p:sp>
        <p:nvSpPr>
          <p:cNvPr id="289" name="TextBox 12">
            <a:extLst>
              <a:ext uri="{FF2B5EF4-FFF2-40B4-BE49-F238E27FC236}">
                <a16:creationId xmlns:a16="http://schemas.microsoft.com/office/drawing/2014/main" id="{FCB8E771-DA10-C224-3C90-494B1AB0FDA1}"/>
              </a:ext>
            </a:extLst>
          </p:cNvPr>
          <p:cNvSpPr txBox="1">
            <a:spLocks noChangeArrowheads="1"/>
          </p:cNvSpPr>
          <p:nvPr/>
        </p:nvSpPr>
        <p:spPr bwMode="auto">
          <a:xfrm>
            <a:off x="1707208"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421DF8CF-AC87-FAB0-1753-3E79F4BF0875}"/>
              </a:ext>
            </a:extLst>
          </p:cNvPr>
          <p:cNvSpPr txBox="1"/>
          <p:nvPr/>
        </p:nvSpPr>
        <p:spPr>
          <a:xfrm>
            <a:off x="1077353"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58BD70CE-B0A5-5047-8CC9-410048B8DC5C}"/>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t="19474" b="18132"/>
          <a:stretch/>
        </p:blipFill>
        <p:spPr>
          <a:xfrm flipH="1">
            <a:off x="693160" y="4508703"/>
            <a:ext cx="1605014" cy="751622"/>
          </a:xfrm>
          <a:prstGeom prst="rect">
            <a:avLst/>
          </a:prstGeom>
        </p:spPr>
      </p:pic>
      <p:grpSp>
        <p:nvGrpSpPr>
          <p:cNvPr id="241" name="グループ化 240">
            <a:extLst>
              <a:ext uri="{FF2B5EF4-FFF2-40B4-BE49-F238E27FC236}">
                <a16:creationId xmlns:a16="http://schemas.microsoft.com/office/drawing/2014/main" id="{B7356DEA-A3C1-467D-75EC-599C4F894B5F}"/>
              </a:ext>
            </a:extLst>
          </p:cNvPr>
          <p:cNvGrpSpPr/>
          <p:nvPr/>
        </p:nvGrpSpPr>
        <p:grpSpPr>
          <a:xfrm>
            <a:off x="2051276"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F81DD2D3-0ABB-9CEF-00D5-ED40A165D0DF}"/>
                </a:ext>
              </a:extLst>
            </p:cNvPr>
            <p:cNvPicPr>
              <a:picLocks noChangeAspect="1"/>
            </p:cNvPicPr>
            <p:nvPr/>
          </p:nvPicPr>
          <p:blipFill>
            <a:blip r:embed="rId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13BCF48F-988B-CBC0-F874-40DDD3A6AEDC}"/>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BC09224E-1BA5-9CB1-B10C-4AC89016A92E}"/>
              </a:ext>
            </a:extLst>
          </p:cNvPr>
          <p:cNvGrpSpPr/>
          <p:nvPr/>
        </p:nvGrpSpPr>
        <p:grpSpPr>
          <a:xfrm>
            <a:off x="2043915" y="5648135"/>
            <a:ext cx="931698" cy="372497"/>
            <a:chOff x="2254930" y="5246935"/>
            <a:chExt cx="931698" cy="372497"/>
          </a:xfrm>
        </p:grpSpPr>
        <p:pic>
          <p:nvPicPr>
            <p:cNvPr id="284" name="グラフィックス 283">
              <a:extLst>
                <a:ext uri="{FF2B5EF4-FFF2-40B4-BE49-F238E27FC236}">
                  <a16:creationId xmlns:a16="http://schemas.microsoft.com/office/drawing/2014/main" id="{5C262C7B-881C-9EA2-F9D0-8C944D3E9B2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FD57F21C-6EF2-2B3C-737B-2A3D68267594}"/>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sp>
        <p:nvSpPr>
          <p:cNvPr id="306" name="Rectangle 103" descr="Generic group dashed.">
            <a:extLst>
              <a:ext uri="{FF2B5EF4-FFF2-40B4-BE49-F238E27FC236}">
                <a16:creationId xmlns:a16="http://schemas.microsoft.com/office/drawing/2014/main" id="{D1CD0930-3929-04A6-1275-00E31510490A}"/>
              </a:ext>
            </a:extLst>
          </p:cNvPr>
          <p:cNvSpPr/>
          <p:nvPr/>
        </p:nvSpPr>
        <p:spPr>
          <a:xfrm>
            <a:off x="690522"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FD39ED89-8D29-B725-0D15-97A9F96BFFC6}"/>
              </a:ext>
            </a:extLst>
          </p:cNvPr>
          <p:cNvPicPr>
            <a:picLocks noChangeAspect="1"/>
          </p:cNvPicPr>
          <p:nvPr/>
        </p:nvPicPr>
        <p:blipFill>
          <a:blip r:embed="rId7">
            <a:grayscl/>
            <a:extLst>
              <a:ext uri="{96DAC541-7B7A-43D3-8B79-37D633B846F1}">
                <asvg:svgBlip xmlns:asvg="http://schemas.microsoft.com/office/drawing/2016/SVG/main" r:embed="rId8"/>
              </a:ext>
            </a:extLst>
          </a:blip>
          <a:srcRect l="25148" t="16203" r="25948" b="16205"/>
          <a:stretch/>
        </p:blipFill>
        <p:spPr>
          <a:xfrm rot="16200000">
            <a:off x="1042395" y="5874413"/>
            <a:ext cx="599552" cy="828660"/>
          </a:xfrm>
          <a:prstGeom prst="rect">
            <a:avLst/>
          </a:prstGeom>
        </p:spPr>
      </p:pic>
      <p:cxnSp>
        <p:nvCxnSpPr>
          <p:cNvPr id="372" name="Straight Arrow Connector 52" descr="Double pointing horizontal arrow.">
            <a:extLst>
              <a:ext uri="{FF2B5EF4-FFF2-40B4-BE49-F238E27FC236}">
                <a16:creationId xmlns:a16="http://schemas.microsoft.com/office/drawing/2014/main" id="{9BB47E02-3CE2-ACE8-9525-16D63AF7D2D0}"/>
              </a:ext>
            </a:extLst>
          </p:cNvPr>
          <p:cNvCxnSpPr>
            <a:cxnSpLocks/>
            <a:stCxn id="286" idx="1"/>
            <a:endCxn id="307" idx="2"/>
          </p:cNvCxnSpPr>
          <p:nvPr/>
        </p:nvCxnSpPr>
        <p:spPr>
          <a:xfrm flipH="1">
            <a:off x="1756501"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3" name="Picture 2" descr="Raspberry icon - Free download on Iconfinder">
            <a:extLst>
              <a:ext uri="{FF2B5EF4-FFF2-40B4-BE49-F238E27FC236}">
                <a16:creationId xmlns:a16="http://schemas.microsoft.com/office/drawing/2014/main" id="{338FA1BB-AD67-96D6-57FB-6514E4FB264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44769" y="4471085"/>
            <a:ext cx="544810" cy="54481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グループ化 8">
            <a:extLst>
              <a:ext uri="{FF2B5EF4-FFF2-40B4-BE49-F238E27FC236}">
                <a16:creationId xmlns:a16="http://schemas.microsoft.com/office/drawing/2014/main" id="{ECC736F6-9737-4F87-A341-7B5CD02447B3}"/>
              </a:ext>
            </a:extLst>
          </p:cNvPr>
          <p:cNvGrpSpPr/>
          <p:nvPr/>
        </p:nvGrpSpPr>
        <p:grpSpPr>
          <a:xfrm>
            <a:off x="3305887" y="1301487"/>
            <a:ext cx="5430653" cy="5453716"/>
            <a:chOff x="3305887" y="1301487"/>
            <a:chExt cx="5430653" cy="5453716"/>
          </a:xfrm>
        </p:grpSpPr>
        <p:sp>
          <p:nvSpPr>
            <p:cNvPr id="6" name="正方形/長方形 5">
              <a:extLst>
                <a:ext uri="{FF2B5EF4-FFF2-40B4-BE49-F238E27FC236}">
                  <a16:creationId xmlns:a16="http://schemas.microsoft.com/office/drawing/2014/main" id="{257C6766-E435-D35E-9B9B-233202EFD1C3}"/>
                </a:ext>
              </a:extLst>
            </p:cNvPr>
            <p:cNvSpPr/>
            <p:nvPr/>
          </p:nvSpPr>
          <p:spPr>
            <a:xfrm>
              <a:off x="3469616" y="1648657"/>
              <a:ext cx="5173870" cy="5106546"/>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lang="en-US" altLang="ja-JP" sz="1400" dirty="0"/>
                <a:t>.</a:t>
              </a:r>
            </a:p>
            <a:p>
              <a:r>
                <a:rPr lang="en-US" altLang="ja-JP" sz="1400" dirty="0"/>
                <a:t>├── .env</a:t>
              </a:r>
            </a:p>
            <a:p>
              <a:r>
                <a:rPr lang="en-US" altLang="ja-JP" sz="1400" dirty="0"/>
                <a:t>│</a:t>
              </a:r>
            </a:p>
            <a:p>
              <a:r>
                <a:rPr lang="en-US" altLang="ja-JP" sz="1400" dirty="0"/>
                <a:t>├── app</a:t>
              </a:r>
            </a:p>
            <a:p>
              <a:r>
                <a:rPr lang="en-US" altLang="ja-JP" sz="1400" dirty="0"/>
                <a:t>│   ├── …</a:t>
              </a:r>
            </a:p>
            <a:p>
              <a:r>
                <a:rPr lang="en-US" altLang="ja-JP" sz="1400" dirty="0"/>
                <a:t>│</a:t>
              </a:r>
            </a:p>
            <a:p>
              <a:r>
                <a:rPr lang="en-US" altLang="ja-JP" sz="1400" dirty="0"/>
                <a:t>├── data</a:t>
              </a:r>
            </a:p>
            <a:p>
              <a:r>
                <a:rPr lang="en-US" altLang="ja-JP" sz="1400" dirty="0"/>
                <a:t>│   ├── …</a:t>
              </a:r>
            </a:p>
            <a:p>
              <a:r>
                <a:rPr lang="ja-JP" altLang="en-US" sz="1400" dirty="0"/>
                <a:t>｜</a:t>
              </a:r>
              <a:endParaRPr lang="en-US" altLang="ja-JP" sz="1400" dirty="0"/>
            </a:p>
            <a:p>
              <a:r>
                <a:rPr lang="en-US" altLang="ja-JP" sz="1400" dirty="0"/>
                <a:t>├── logs</a:t>
              </a:r>
            </a:p>
            <a:p>
              <a:r>
                <a:rPr lang="en-US" altLang="ja-JP" sz="1400" dirty="0"/>
                <a:t>│   └── *.log</a:t>
              </a:r>
            </a:p>
            <a:p>
              <a:r>
                <a:rPr lang="en-US" altLang="ja-JP" sz="1400" dirty="0"/>
                <a:t>│</a:t>
              </a:r>
            </a:p>
            <a:p>
              <a:r>
                <a:rPr lang="en-US" altLang="ja-JP" sz="1400" dirty="0"/>
                <a:t>├── shared</a:t>
              </a:r>
            </a:p>
            <a:p>
              <a:r>
                <a:rPr lang="en-US" altLang="ja-JP" sz="1400" dirty="0"/>
                <a:t>│   ├── …</a:t>
              </a:r>
            </a:p>
            <a:p>
              <a:r>
                <a:rPr lang="ja-JP" altLang="en-US" sz="1400" dirty="0"/>
                <a:t>｜</a:t>
              </a:r>
              <a:endParaRPr lang="en-US" altLang="ja-JP" sz="1400" dirty="0"/>
            </a:p>
            <a:p>
              <a:r>
                <a:rPr lang="en-US" altLang="ja-JP" sz="1400" dirty="0"/>
                <a:t>├── web</a:t>
              </a:r>
            </a:p>
            <a:p>
              <a:r>
                <a:rPr lang="en-US" altLang="ja-JP" sz="1400" dirty="0"/>
                <a:t>│   └── frontend</a:t>
              </a:r>
            </a:p>
            <a:p>
              <a:r>
                <a:rPr lang="en-US" altLang="ja-JP" sz="1400" dirty="0"/>
                <a:t>│       </a:t>
              </a:r>
              <a:r>
                <a:rPr lang="ja-JP" altLang="en-US" sz="1400" dirty="0"/>
                <a:t>  </a:t>
              </a:r>
              <a:r>
                <a:rPr lang="en-US" altLang="ja-JP" sz="1400" dirty="0"/>
                <a:t>├── .env</a:t>
              </a:r>
            </a:p>
            <a:p>
              <a:r>
                <a:rPr lang="en-US" altLang="ja-JP" sz="1400" dirty="0"/>
                <a:t>│         └── …</a:t>
              </a:r>
            </a:p>
            <a:p>
              <a:r>
                <a:rPr lang="en-US" altLang="ja-JP" sz="1400" dirty="0"/>
                <a:t>│</a:t>
              </a:r>
              <a:endParaRPr lang="en-US" altLang="ja-JP" sz="1400" b="1" dirty="0"/>
            </a:p>
            <a:p>
              <a:r>
                <a:rPr lang="en-US" altLang="ja-JP" sz="1400" dirty="0"/>
                <a:t>└── worker</a:t>
              </a:r>
            </a:p>
            <a:p>
              <a:r>
                <a:rPr lang="en-US" altLang="ja-JP" sz="1400" dirty="0"/>
                <a:t>    ├── …</a:t>
              </a:r>
            </a:p>
            <a:p>
              <a:pPr algn="ctr"/>
              <a:endParaRPr kumimoji="1" lang="ja-JP" altLang="en-US" sz="1400" dirty="0"/>
            </a:p>
          </p:txBody>
        </p:sp>
        <p:sp>
          <p:nvSpPr>
            <p:cNvPr id="8" name="テキスト ボックス 7">
              <a:extLst>
                <a:ext uri="{FF2B5EF4-FFF2-40B4-BE49-F238E27FC236}">
                  <a16:creationId xmlns:a16="http://schemas.microsoft.com/office/drawing/2014/main" id="{667C78E8-BE30-8FD6-5E1C-DF3375303A20}"/>
                </a:ext>
              </a:extLst>
            </p:cNvPr>
            <p:cNvSpPr txBox="1"/>
            <p:nvPr/>
          </p:nvSpPr>
          <p:spPr>
            <a:xfrm>
              <a:off x="3305887" y="1301487"/>
              <a:ext cx="5430653" cy="338554"/>
            </a:xfrm>
            <a:prstGeom prst="rect">
              <a:avLst/>
            </a:prstGeom>
            <a:noFill/>
          </p:spPr>
          <p:txBody>
            <a:bodyPr wrap="square" rtlCol="0">
              <a:spAutoFit/>
            </a:bodyPr>
            <a:lstStyle/>
            <a:p>
              <a:pPr algn="ctr"/>
              <a:r>
                <a:rPr kumimoji="1" lang="ja-JP" altLang="en-US" sz="1600" dirty="0"/>
                <a:t>現行の制御デバイス</a:t>
              </a:r>
              <a:r>
                <a:rPr kumimoji="1" lang="en-US" altLang="ja-JP" sz="1600" dirty="0"/>
                <a:t>(172.16.15.8</a:t>
              </a:r>
              <a:r>
                <a:rPr lang="en-US" altLang="ja-JP" sz="1600" dirty="0"/>
                <a:t>)</a:t>
              </a:r>
              <a:r>
                <a:rPr lang="ja-JP" altLang="en-US" sz="1600" dirty="0"/>
                <a:t>のディレクトリ構成</a:t>
              </a:r>
              <a:endParaRPr kumimoji="1" lang="ja-JP" altLang="en-US" sz="1600" dirty="0"/>
            </a:p>
          </p:txBody>
        </p:sp>
      </p:grpSp>
      <p:sp>
        <p:nvSpPr>
          <p:cNvPr id="5" name="正方形/長方形 4">
            <a:extLst>
              <a:ext uri="{FF2B5EF4-FFF2-40B4-BE49-F238E27FC236}">
                <a16:creationId xmlns:a16="http://schemas.microsoft.com/office/drawing/2014/main" id="{6700B872-8F14-4649-CE48-2885487DCF82}"/>
              </a:ext>
            </a:extLst>
          </p:cNvPr>
          <p:cNvSpPr/>
          <p:nvPr/>
        </p:nvSpPr>
        <p:spPr>
          <a:xfrm>
            <a:off x="4048515" y="1918741"/>
            <a:ext cx="558800" cy="323662"/>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C883112-FE48-FB3C-D5B4-F031BF471CDD}"/>
              </a:ext>
            </a:extLst>
          </p:cNvPr>
          <p:cNvSpPr txBox="1"/>
          <p:nvPr/>
        </p:nvSpPr>
        <p:spPr>
          <a:xfrm>
            <a:off x="4607315" y="1943242"/>
            <a:ext cx="3613818" cy="307777"/>
          </a:xfrm>
          <a:prstGeom prst="rect">
            <a:avLst/>
          </a:prstGeom>
          <a:noFill/>
        </p:spPr>
        <p:txBody>
          <a:bodyPr wrap="square" rtlCol="0">
            <a:spAutoFit/>
          </a:bodyPr>
          <a:lstStyle/>
          <a:p>
            <a:r>
              <a:rPr lang="ja-JP" altLang="en-US" sz="1400" dirty="0">
                <a:solidFill>
                  <a:schemeClr val="accent6"/>
                </a:solidFill>
              </a:rPr>
              <a:t>超</a:t>
            </a:r>
            <a:r>
              <a:rPr kumimoji="1" lang="ja-JP" altLang="en-US" sz="1400" dirty="0">
                <a:solidFill>
                  <a:schemeClr val="accent6"/>
                </a:solidFill>
              </a:rPr>
              <a:t>大事（</a:t>
            </a:r>
            <a:r>
              <a:rPr kumimoji="1" lang="en-US" altLang="ja-JP" sz="1400" dirty="0">
                <a:solidFill>
                  <a:schemeClr val="accent6"/>
                </a:solidFill>
              </a:rPr>
              <a:t>AWS</a:t>
            </a:r>
            <a:r>
              <a:rPr kumimoji="1" lang="ja-JP" altLang="en-US" sz="1400" dirty="0">
                <a:solidFill>
                  <a:schemeClr val="accent6"/>
                </a:solidFill>
              </a:rPr>
              <a:t>認証系の情報が記載）</a:t>
            </a:r>
          </a:p>
        </p:txBody>
      </p:sp>
      <p:sp>
        <p:nvSpPr>
          <p:cNvPr id="28" name="正方形/長方形 27">
            <a:extLst>
              <a:ext uri="{FF2B5EF4-FFF2-40B4-BE49-F238E27FC236}">
                <a16:creationId xmlns:a16="http://schemas.microsoft.com/office/drawing/2014/main" id="{C5ABEBD7-4FC3-84AD-E9CD-828702CC915F}"/>
              </a:ext>
            </a:extLst>
          </p:cNvPr>
          <p:cNvSpPr/>
          <p:nvPr/>
        </p:nvSpPr>
        <p:spPr>
          <a:xfrm>
            <a:off x="3817249" y="3627855"/>
            <a:ext cx="1559081" cy="565111"/>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E12D809D-FBA9-3D32-F6C0-7DB700F26DB8}"/>
              </a:ext>
            </a:extLst>
          </p:cNvPr>
          <p:cNvSpPr txBox="1"/>
          <p:nvPr/>
        </p:nvSpPr>
        <p:spPr>
          <a:xfrm>
            <a:off x="5353050" y="5357667"/>
            <a:ext cx="3383490" cy="307777"/>
          </a:xfrm>
          <a:prstGeom prst="rect">
            <a:avLst/>
          </a:prstGeom>
          <a:noFill/>
        </p:spPr>
        <p:txBody>
          <a:bodyPr wrap="square" rtlCol="0">
            <a:spAutoFit/>
          </a:bodyPr>
          <a:lstStyle/>
          <a:p>
            <a:r>
              <a:rPr kumimoji="1" lang="ja-JP" altLang="en-US" sz="1400" dirty="0">
                <a:solidFill>
                  <a:schemeClr val="accent6"/>
                </a:solidFill>
              </a:rPr>
              <a:t>大事（ユーザー名などの情報が記載）</a:t>
            </a:r>
          </a:p>
        </p:txBody>
      </p:sp>
      <p:sp>
        <p:nvSpPr>
          <p:cNvPr id="24" name="テキスト ボックス 23">
            <a:extLst>
              <a:ext uri="{FF2B5EF4-FFF2-40B4-BE49-F238E27FC236}">
                <a16:creationId xmlns:a16="http://schemas.microsoft.com/office/drawing/2014/main" id="{D8F61B0C-D57B-2550-51CA-1BD29FFB7BF0}"/>
              </a:ext>
            </a:extLst>
          </p:cNvPr>
          <p:cNvSpPr txBox="1"/>
          <p:nvPr/>
        </p:nvSpPr>
        <p:spPr>
          <a:xfrm>
            <a:off x="5377301" y="3756521"/>
            <a:ext cx="3359239" cy="307777"/>
          </a:xfrm>
          <a:prstGeom prst="rect">
            <a:avLst/>
          </a:prstGeom>
          <a:noFill/>
        </p:spPr>
        <p:txBody>
          <a:bodyPr wrap="square" rtlCol="0">
            <a:spAutoFit/>
          </a:bodyPr>
          <a:lstStyle/>
          <a:p>
            <a:r>
              <a:rPr lang="ja-JP" altLang="en-US" sz="1400" dirty="0">
                <a:solidFill>
                  <a:schemeClr val="accent5">
                    <a:lumMod val="75000"/>
                  </a:schemeClr>
                </a:solidFill>
              </a:rPr>
              <a:t>問題発生時にデバッグ情報として参照</a:t>
            </a:r>
            <a:endParaRPr kumimoji="1" lang="ja-JP" altLang="en-US" sz="1400" dirty="0">
              <a:solidFill>
                <a:schemeClr val="accent5">
                  <a:lumMod val="75000"/>
                </a:schemeClr>
              </a:solidFill>
            </a:endParaRPr>
          </a:p>
        </p:txBody>
      </p:sp>
      <p:sp>
        <p:nvSpPr>
          <p:cNvPr id="32" name="正方形/長方形 31">
            <a:extLst>
              <a:ext uri="{FF2B5EF4-FFF2-40B4-BE49-F238E27FC236}">
                <a16:creationId xmlns:a16="http://schemas.microsoft.com/office/drawing/2014/main" id="{F9C38425-87C8-F377-8927-CF434E147042}"/>
              </a:ext>
            </a:extLst>
          </p:cNvPr>
          <p:cNvSpPr/>
          <p:nvPr/>
        </p:nvSpPr>
        <p:spPr>
          <a:xfrm>
            <a:off x="4804831" y="5337173"/>
            <a:ext cx="558800" cy="3126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779443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1043" name="グループ化 1042">
            <a:extLst>
              <a:ext uri="{FF2B5EF4-FFF2-40B4-BE49-F238E27FC236}">
                <a16:creationId xmlns:a16="http://schemas.microsoft.com/office/drawing/2014/main" id="{CC9E8D36-34E5-6CED-1903-BD90C194B95E}"/>
              </a:ext>
            </a:extLst>
          </p:cNvPr>
          <p:cNvGrpSpPr/>
          <p:nvPr/>
        </p:nvGrpSpPr>
        <p:grpSpPr>
          <a:xfrm>
            <a:off x="-762000" y="596766"/>
            <a:ext cx="10748681" cy="5783988"/>
            <a:chOff x="-762000" y="596766"/>
            <a:chExt cx="10748681" cy="5783988"/>
          </a:xfrm>
        </p:grpSpPr>
        <p:sp>
          <p:nvSpPr>
            <p:cNvPr id="43" name="正方形/長方形 42">
              <a:extLst>
                <a:ext uri="{FF2B5EF4-FFF2-40B4-BE49-F238E27FC236}">
                  <a16:creationId xmlns:a16="http://schemas.microsoft.com/office/drawing/2014/main" id="{282F6DA2-8E18-C288-E257-C29E31B7F7EA}"/>
                </a:ext>
              </a:extLst>
            </p:cNvPr>
            <p:cNvSpPr/>
            <p:nvPr/>
          </p:nvSpPr>
          <p:spPr>
            <a:xfrm>
              <a:off x="-762000" y="596766"/>
              <a:ext cx="10748681" cy="578398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2B313A7-95BE-0D10-2858-D777B7C94F6B}"/>
                </a:ext>
              </a:extLst>
            </p:cNvPr>
            <p:cNvCxnSpPr>
              <a:cxnSpLocks/>
              <a:stCxn id="11" idx="1"/>
              <a:endCxn id="1024" idx="3"/>
            </p:cNvCxnSpPr>
            <p:nvPr/>
          </p:nvCxnSpPr>
          <p:spPr>
            <a:xfrm flipH="1" flipV="1">
              <a:off x="5782829" y="4401669"/>
              <a:ext cx="797558" cy="1219"/>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403BCC70-1900-317F-D5C8-96BE76DE305A}"/>
                </a:ext>
              </a:extLst>
            </p:cNvPr>
            <p:cNvCxnSpPr>
              <a:cxnSpLocks/>
              <a:stCxn id="2052" idx="1"/>
              <a:endCxn id="10" idx="3"/>
            </p:cNvCxnSpPr>
            <p:nvPr/>
          </p:nvCxnSpPr>
          <p:spPr>
            <a:xfrm flipH="1" flipV="1">
              <a:off x="2588886" y="4401669"/>
              <a:ext cx="820387" cy="1"/>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pic>
          <p:nvPicPr>
            <p:cNvPr id="2052" name="Picture 4" descr="AWS - inteltank">
              <a:extLst>
                <a:ext uri="{FF2B5EF4-FFF2-40B4-BE49-F238E27FC236}">
                  <a16:creationId xmlns:a16="http://schemas.microsoft.com/office/drawing/2014/main" id="{E0E3A3C3-BB4F-043C-8862-859B36E4BF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9273" y="3849776"/>
              <a:ext cx="1680894" cy="1103788"/>
            </a:xfrm>
            <a:prstGeom prst="rect">
              <a:avLst/>
            </a:prstGeom>
            <a:noFill/>
            <a:extLst>
              <a:ext uri="{909E8E84-426E-40DD-AFC4-6F175D3DCCD1}">
                <a14:hiddenFill xmlns:a14="http://schemas.microsoft.com/office/drawing/2010/main">
                  <a:solidFill>
                    <a:srgbClr val="FFFFFF"/>
                  </a:solidFill>
                </a14:hiddenFill>
              </a:ext>
            </a:extLst>
          </p:spPr>
        </p:pic>
        <p:sp>
          <p:nvSpPr>
            <p:cNvPr id="38" name="吹き出し: 角を丸めた四角形 37">
              <a:extLst>
                <a:ext uri="{FF2B5EF4-FFF2-40B4-BE49-F238E27FC236}">
                  <a16:creationId xmlns:a16="http://schemas.microsoft.com/office/drawing/2014/main" id="{962F5F6C-BB58-D7E1-E21D-B48C6566EF9E}"/>
                </a:ext>
              </a:extLst>
            </p:cNvPr>
            <p:cNvSpPr/>
            <p:nvPr/>
          </p:nvSpPr>
          <p:spPr>
            <a:xfrm>
              <a:off x="3638702" y="1469216"/>
              <a:ext cx="1982197" cy="1350738"/>
            </a:xfrm>
            <a:prstGeom prst="wedgeRoundRectCallout">
              <a:avLst>
                <a:gd name="adj1" fmla="val 607"/>
                <a:gd name="adj2" fmla="val 71793"/>
                <a:gd name="adj3" fmla="val 16667"/>
              </a:avLst>
            </a:prstGeom>
            <a:solidFill>
              <a:schemeClr val="bg2"/>
            </a:solidFill>
            <a:ln w="19050">
              <a:prstDash val="sysDash"/>
            </a:ln>
          </p:spPr>
          <p:style>
            <a:lnRef idx="2">
              <a:schemeClr val="accent1">
                <a:shade val="15000"/>
              </a:schemeClr>
            </a:lnRef>
            <a:fillRef idx="1">
              <a:schemeClr val="accent1"/>
            </a:fillRef>
            <a:effectRef idx="0">
              <a:schemeClr val="accent1"/>
            </a:effectRef>
            <a:fontRef idx="minor">
              <a:schemeClr val="lt1"/>
            </a:fontRef>
          </p:style>
          <p:txBody>
            <a:bodyPr lIns="90000" rIns="0" bIns="0" rtlCol="0" anchor="ctr"/>
            <a:lstStyle/>
            <a:p>
              <a:r>
                <a:rPr kumimoji="1" lang="ja-JP" altLang="en-US" dirty="0">
                  <a:solidFill>
                    <a:schemeClr val="tx1"/>
                  </a:solidFill>
                </a:rPr>
                <a:t>・ユーザー</a:t>
              </a:r>
              <a:r>
                <a:rPr kumimoji="1" lang="en-US" altLang="ja-JP" dirty="0">
                  <a:solidFill>
                    <a:schemeClr val="tx1"/>
                  </a:solidFill>
                </a:rPr>
                <a:t>ID</a:t>
              </a:r>
            </a:p>
            <a:p>
              <a:r>
                <a:rPr lang="ja-JP" altLang="en-US" dirty="0">
                  <a:solidFill>
                    <a:schemeClr val="tx1"/>
                  </a:solidFill>
                </a:rPr>
                <a:t>・ユーザー名</a:t>
              </a:r>
              <a:endParaRPr lang="en-US" altLang="ja-JP" dirty="0">
                <a:solidFill>
                  <a:schemeClr val="tx1"/>
                </a:solidFill>
              </a:endParaRPr>
            </a:p>
            <a:p>
              <a:r>
                <a:rPr kumimoji="1" lang="ja-JP" altLang="en-US" dirty="0">
                  <a:solidFill>
                    <a:schemeClr val="tx1"/>
                  </a:solidFill>
                </a:rPr>
                <a:t>・在室状況</a:t>
              </a:r>
              <a:r>
                <a:rPr lang="en-US" altLang="ja-JP" dirty="0">
                  <a:solidFill>
                    <a:schemeClr val="tx1"/>
                  </a:solidFill>
                </a:rPr>
                <a:t> etc.</a:t>
              </a:r>
              <a:endParaRPr kumimoji="1" lang="ja-JP" altLang="en-US" dirty="0">
                <a:solidFill>
                  <a:schemeClr val="tx1"/>
                </a:solidFill>
              </a:endParaRPr>
            </a:p>
          </p:txBody>
        </p:sp>
        <p:grpSp>
          <p:nvGrpSpPr>
            <p:cNvPr id="45" name="グループ化 44">
              <a:extLst>
                <a:ext uri="{FF2B5EF4-FFF2-40B4-BE49-F238E27FC236}">
                  <a16:creationId xmlns:a16="http://schemas.microsoft.com/office/drawing/2014/main" id="{AE703A51-2AB3-C25B-24DA-0B6A952512E0}"/>
                </a:ext>
              </a:extLst>
            </p:cNvPr>
            <p:cNvGrpSpPr/>
            <p:nvPr/>
          </p:nvGrpSpPr>
          <p:grpSpPr>
            <a:xfrm>
              <a:off x="444895" y="798923"/>
              <a:ext cx="2346436" cy="5373276"/>
              <a:chOff x="-662014" y="798923"/>
              <a:chExt cx="2346436" cy="5373276"/>
            </a:xfrm>
          </p:grpSpPr>
          <p:sp>
            <p:nvSpPr>
              <p:cNvPr id="41" name="正方形/長方形 40">
                <a:extLst>
                  <a:ext uri="{FF2B5EF4-FFF2-40B4-BE49-F238E27FC236}">
                    <a16:creationId xmlns:a16="http://schemas.microsoft.com/office/drawing/2014/main" id="{81217620-E52B-F5B2-709D-A893C03548D8}"/>
                  </a:ext>
                </a:extLst>
              </p:cNvPr>
              <p:cNvSpPr/>
              <p:nvPr/>
            </p:nvSpPr>
            <p:spPr>
              <a:xfrm>
                <a:off x="-662012" y="1257300"/>
                <a:ext cx="2346434" cy="4914899"/>
              </a:xfrm>
              <a:prstGeom prst="rect">
                <a:avLst/>
              </a:prstGeom>
              <a:solidFill>
                <a:srgbClr val="29567B">
                  <a:alpha val="20000"/>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46B1B1DC-0E72-DF33-BA28-6DF4B458B528}"/>
                  </a:ext>
                </a:extLst>
              </p:cNvPr>
              <p:cNvSpPr/>
              <p:nvPr/>
            </p:nvSpPr>
            <p:spPr>
              <a:xfrm>
                <a:off x="-500220" y="4119281"/>
                <a:ext cx="1982197" cy="564776"/>
              </a:xfrm>
              <a:prstGeom prst="rect">
                <a:avLst/>
              </a:prstGeom>
              <a:solidFill>
                <a:schemeClr val="bg2"/>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b="1" dirty="0">
                    <a:solidFill>
                      <a:schemeClr val="tx1"/>
                    </a:solidFill>
                  </a:rPr>
                  <a:t>制御用デバイス</a:t>
                </a:r>
              </a:p>
            </p:txBody>
          </p:sp>
          <p:sp>
            <p:nvSpPr>
              <p:cNvPr id="12" name="正方形/長方形 11">
                <a:extLst>
                  <a:ext uri="{FF2B5EF4-FFF2-40B4-BE49-F238E27FC236}">
                    <a16:creationId xmlns:a16="http://schemas.microsoft.com/office/drawing/2014/main" id="{1EA94579-66C6-BBBB-B08B-F3B783D64BBE}"/>
                  </a:ext>
                </a:extLst>
              </p:cNvPr>
              <p:cNvSpPr/>
              <p:nvPr/>
            </p:nvSpPr>
            <p:spPr>
              <a:xfrm>
                <a:off x="-500220" y="5296150"/>
                <a:ext cx="1982197" cy="564776"/>
              </a:xfrm>
              <a:prstGeom prst="rect">
                <a:avLst/>
              </a:prstGeom>
              <a:solidFill>
                <a:schemeClr val="bg2"/>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b="1" dirty="0">
                    <a:solidFill>
                      <a:schemeClr val="tx1"/>
                    </a:solidFill>
                  </a:rPr>
                  <a:t>カードリーダー</a:t>
                </a:r>
              </a:p>
            </p:txBody>
          </p:sp>
          <p:cxnSp>
            <p:nvCxnSpPr>
              <p:cNvPr id="14" name="直線コネクタ 13">
                <a:extLst>
                  <a:ext uri="{FF2B5EF4-FFF2-40B4-BE49-F238E27FC236}">
                    <a16:creationId xmlns:a16="http://schemas.microsoft.com/office/drawing/2014/main" id="{49756AD0-AB30-25F4-E634-26DC15167182}"/>
                  </a:ext>
                </a:extLst>
              </p:cNvPr>
              <p:cNvCxnSpPr>
                <a:cxnSpLocks/>
                <a:stCxn id="10" idx="2"/>
                <a:endCxn id="12" idx="0"/>
              </p:cNvCxnSpPr>
              <p:nvPr/>
            </p:nvCxnSpPr>
            <p:spPr>
              <a:xfrm>
                <a:off x="490879" y="4684057"/>
                <a:ext cx="0" cy="61209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7AC95C80-32CD-34D5-1C1C-AB3B6F0C9672}"/>
                  </a:ext>
                </a:extLst>
              </p:cNvPr>
              <p:cNvSpPr/>
              <p:nvPr/>
            </p:nvSpPr>
            <p:spPr>
              <a:xfrm>
                <a:off x="-500220" y="1469216"/>
                <a:ext cx="1982197" cy="564776"/>
              </a:xfrm>
              <a:prstGeom prst="rect">
                <a:avLst/>
              </a:prstGeom>
              <a:solidFill>
                <a:schemeClr val="bg2"/>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b="1" dirty="0">
                    <a:solidFill>
                      <a:schemeClr val="tx1"/>
                    </a:solidFill>
                  </a:rPr>
                  <a:t>タブレット</a:t>
                </a:r>
              </a:p>
            </p:txBody>
          </p:sp>
          <p:pic>
            <p:nvPicPr>
              <p:cNvPr id="1034" name="Picture 10">
                <a:extLst>
                  <a:ext uri="{FF2B5EF4-FFF2-40B4-BE49-F238E27FC236}">
                    <a16:creationId xmlns:a16="http://schemas.microsoft.com/office/drawing/2014/main" id="{4705621E-A06A-8891-23CA-42359796FC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3713" y="2660028"/>
                <a:ext cx="634327" cy="564776"/>
              </a:xfrm>
              <a:prstGeom prst="rect">
                <a:avLst/>
              </a:prstGeom>
              <a:noFill/>
              <a:extLst>
                <a:ext uri="{909E8E84-426E-40DD-AFC4-6F175D3DCCD1}">
                  <a14:hiddenFill xmlns:a14="http://schemas.microsoft.com/office/drawing/2010/main">
                    <a:solidFill>
                      <a:srgbClr val="FFFFFF"/>
                    </a:solidFill>
                  </a14:hiddenFill>
                </a:ext>
              </a:extLst>
            </p:spPr>
          </p:pic>
          <p:cxnSp>
            <p:nvCxnSpPr>
              <p:cNvPr id="31" name="直線コネクタ 30">
                <a:extLst>
                  <a:ext uri="{FF2B5EF4-FFF2-40B4-BE49-F238E27FC236}">
                    <a16:creationId xmlns:a16="http://schemas.microsoft.com/office/drawing/2014/main" id="{8BF11D92-5D8E-302C-0843-F1AFE2D5D35D}"/>
                  </a:ext>
                </a:extLst>
              </p:cNvPr>
              <p:cNvCxnSpPr>
                <a:cxnSpLocks/>
                <a:stCxn id="16" idx="2"/>
                <a:endCxn id="1034" idx="0"/>
              </p:cNvCxnSpPr>
              <p:nvPr/>
            </p:nvCxnSpPr>
            <p:spPr>
              <a:xfrm flipH="1">
                <a:off x="490877" y="2033992"/>
                <a:ext cx="2" cy="626036"/>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pic>
            <p:nvPicPr>
              <p:cNvPr id="1036" name="Picture 12" descr="FastAPI · GitHub">
                <a:extLst>
                  <a:ext uri="{FF2B5EF4-FFF2-40B4-BE49-F238E27FC236}">
                    <a16:creationId xmlns:a16="http://schemas.microsoft.com/office/drawing/2014/main" id="{2073150C-9027-BD6A-9C02-E177219ACB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3713" y="3363433"/>
                <a:ext cx="640481" cy="640481"/>
              </a:xfrm>
              <a:prstGeom prst="rect">
                <a:avLst/>
              </a:prstGeom>
              <a:noFill/>
              <a:extLst>
                <a:ext uri="{909E8E84-426E-40DD-AFC4-6F175D3DCCD1}">
                  <a14:hiddenFill xmlns:a14="http://schemas.microsoft.com/office/drawing/2010/main">
                    <a:solidFill>
                      <a:srgbClr val="FFFFFF"/>
                    </a:solidFill>
                  </a14:hiddenFill>
                </a:ext>
              </a:extLst>
            </p:spPr>
          </p:pic>
          <p:sp>
            <p:nvSpPr>
              <p:cNvPr id="39" name="正方形/長方形 38">
                <a:extLst>
                  <a:ext uri="{FF2B5EF4-FFF2-40B4-BE49-F238E27FC236}">
                    <a16:creationId xmlns:a16="http://schemas.microsoft.com/office/drawing/2014/main" id="{0F695846-8362-8240-B50C-08094C917219}"/>
                  </a:ext>
                </a:extLst>
              </p:cNvPr>
              <p:cNvSpPr/>
              <p:nvPr/>
            </p:nvSpPr>
            <p:spPr>
              <a:xfrm>
                <a:off x="-662014" y="798923"/>
                <a:ext cx="2346435" cy="4615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sz="2000" b="1" dirty="0">
                    <a:solidFill>
                      <a:schemeClr val="bg2"/>
                    </a:solidFill>
                  </a:rPr>
                  <a:t>制御部</a:t>
                </a:r>
              </a:p>
            </p:txBody>
          </p:sp>
        </p:grpSp>
        <p:grpSp>
          <p:nvGrpSpPr>
            <p:cNvPr id="46" name="グループ化 45">
              <a:extLst>
                <a:ext uri="{FF2B5EF4-FFF2-40B4-BE49-F238E27FC236}">
                  <a16:creationId xmlns:a16="http://schemas.microsoft.com/office/drawing/2014/main" id="{D7FDA76E-C679-5471-7DE9-729376C2E058}"/>
                </a:ext>
              </a:extLst>
            </p:cNvPr>
            <p:cNvGrpSpPr/>
            <p:nvPr/>
          </p:nvGrpSpPr>
          <p:grpSpPr>
            <a:xfrm>
              <a:off x="6415079" y="798923"/>
              <a:ext cx="2311958" cy="5373276"/>
              <a:chOff x="7399933" y="798923"/>
              <a:chExt cx="2311958" cy="5373276"/>
            </a:xfrm>
          </p:grpSpPr>
          <p:sp>
            <p:nvSpPr>
              <p:cNvPr id="44" name="正方形/長方形 43">
                <a:extLst>
                  <a:ext uri="{FF2B5EF4-FFF2-40B4-BE49-F238E27FC236}">
                    <a16:creationId xmlns:a16="http://schemas.microsoft.com/office/drawing/2014/main" id="{326A0720-9F24-9196-1F68-04D2A15BA614}"/>
                  </a:ext>
                </a:extLst>
              </p:cNvPr>
              <p:cNvSpPr/>
              <p:nvPr/>
            </p:nvSpPr>
            <p:spPr>
              <a:xfrm>
                <a:off x="7399934" y="1257300"/>
                <a:ext cx="2311957" cy="4914899"/>
              </a:xfrm>
              <a:prstGeom prst="rect">
                <a:avLst/>
              </a:prstGeom>
              <a:solidFill>
                <a:schemeClr val="accent6">
                  <a:alpha val="2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81628668-23A0-0AEF-AFC7-DD74C159B1AB}"/>
                  </a:ext>
                </a:extLst>
              </p:cNvPr>
              <p:cNvSpPr/>
              <p:nvPr/>
            </p:nvSpPr>
            <p:spPr>
              <a:xfrm>
                <a:off x="7565241" y="4120500"/>
                <a:ext cx="1982197" cy="564776"/>
              </a:xfrm>
              <a:prstGeom prst="rect">
                <a:avLst/>
              </a:prstGeom>
              <a:solidFill>
                <a:schemeClr val="bg2"/>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ja-JP" altLang="en-US" b="1" dirty="0">
                    <a:solidFill>
                      <a:schemeClr val="tx1"/>
                    </a:solidFill>
                  </a:rPr>
                  <a:t>表示用デバイス</a:t>
                </a:r>
                <a:endParaRPr kumimoji="1" lang="ja-JP" altLang="en-US" b="1" dirty="0">
                  <a:solidFill>
                    <a:schemeClr val="tx1"/>
                  </a:solidFill>
                </a:endParaRPr>
              </a:p>
            </p:txBody>
          </p:sp>
          <p:sp>
            <p:nvSpPr>
              <p:cNvPr id="17" name="正方形/長方形 16">
                <a:extLst>
                  <a:ext uri="{FF2B5EF4-FFF2-40B4-BE49-F238E27FC236}">
                    <a16:creationId xmlns:a16="http://schemas.microsoft.com/office/drawing/2014/main" id="{F46EF0AE-AA93-16CC-28E1-3856903EF752}"/>
                  </a:ext>
                </a:extLst>
              </p:cNvPr>
              <p:cNvSpPr/>
              <p:nvPr/>
            </p:nvSpPr>
            <p:spPr>
              <a:xfrm>
                <a:off x="7565240" y="1469216"/>
                <a:ext cx="1982197" cy="564776"/>
              </a:xfrm>
              <a:prstGeom prst="rect">
                <a:avLst/>
              </a:prstGeom>
              <a:solidFill>
                <a:schemeClr val="bg2"/>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ja-JP" altLang="en-US" b="1" dirty="0">
                    <a:solidFill>
                      <a:schemeClr val="tx1"/>
                    </a:solidFill>
                  </a:rPr>
                  <a:t>モニター</a:t>
                </a:r>
                <a:endParaRPr kumimoji="1" lang="ja-JP" altLang="en-US" b="1" dirty="0">
                  <a:solidFill>
                    <a:schemeClr val="tx1"/>
                  </a:solidFill>
                </a:endParaRPr>
              </a:p>
            </p:txBody>
          </p:sp>
          <p:cxnSp>
            <p:nvCxnSpPr>
              <p:cNvPr id="18" name="直線コネクタ 17">
                <a:extLst>
                  <a:ext uri="{FF2B5EF4-FFF2-40B4-BE49-F238E27FC236}">
                    <a16:creationId xmlns:a16="http://schemas.microsoft.com/office/drawing/2014/main" id="{50826E66-73A8-F7C6-ACAD-BD03472385C9}"/>
                  </a:ext>
                </a:extLst>
              </p:cNvPr>
              <p:cNvCxnSpPr>
                <a:cxnSpLocks/>
                <a:stCxn id="17" idx="2"/>
                <a:endCxn id="11" idx="0"/>
              </p:cNvCxnSpPr>
              <p:nvPr/>
            </p:nvCxnSpPr>
            <p:spPr>
              <a:xfrm>
                <a:off x="8556339" y="2033992"/>
                <a:ext cx="1" cy="208650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a16:creationId xmlns:a16="http://schemas.microsoft.com/office/drawing/2014/main" id="{2E4720E2-C43E-EA1C-BF30-3B1A7AB64228}"/>
                  </a:ext>
                </a:extLst>
              </p:cNvPr>
              <p:cNvSpPr/>
              <p:nvPr/>
            </p:nvSpPr>
            <p:spPr>
              <a:xfrm>
                <a:off x="7399933" y="798923"/>
                <a:ext cx="2311957" cy="46154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ja-JP" altLang="en-US" sz="2000" b="1" dirty="0">
                    <a:solidFill>
                      <a:schemeClr val="bg2"/>
                    </a:solidFill>
                  </a:rPr>
                  <a:t>表示</a:t>
                </a:r>
                <a:r>
                  <a:rPr kumimoji="1" lang="ja-JP" altLang="en-US" sz="2000" b="1" dirty="0">
                    <a:solidFill>
                      <a:schemeClr val="bg2"/>
                    </a:solidFill>
                  </a:rPr>
                  <a:t>部</a:t>
                </a:r>
              </a:p>
            </p:txBody>
          </p:sp>
        </p:grpSp>
        <p:pic>
          <p:nvPicPr>
            <p:cNvPr id="1024" name="Picture 10">
              <a:extLst>
                <a:ext uri="{FF2B5EF4-FFF2-40B4-BE49-F238E27FC236}">
                  <a16:creationId xmlns:a16="http://schemas.microsoft.com/office/drawing/2014/main" id="{BD3B3F6C-7985-FC2E-2A19-24234E8EAC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502" y="4119281"/>
              <a:ext cx="634327" cy="564776"/>
            </a:xfrm>
            <a:prstGeom prst="rect">
              <a:avLst/>
            </a:prstGeom>
            <a:noFill/>
            <a:extLst>
              <a:ext uri="{909E8E84-426E-40DD-AFC4-6F175D3DCCD1}">
                <a14:hiddenFill xmlns:a14="http://schemas.microsoft.com/office/drawing/2010/main">
                  <a:solidFill>
                    <a:srgbClr val="FFFFFF"/>
                  </a:solidFill>
                </a14:hiddenFill>
              </a:ext>
            </a:extLst>
          </p:spPr>
        </p:pic>
        <p:pic>
          <p:nvPicPr>
            <p:cNvPr id="1028" name="グラフィックス 1027" descr="データベース 単色塗りつぶし">
              <a:extLst>
                <a:ext uri="{FF2B5EF4-FFF2-40B4-BE49-F238E27FC236}">
                  <a16:creationId xmlns:a16="http://schemas.microsoft.com/office/drawing/2014/main" id="{A98C28E9-4E5A-70FD-EA62-5F93ACB831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92519" y="2942416"/>
              <a:ext cx="914400" cy="914400"/>
            </a:xfrm>
            <a:prstGeom prst="rect">
              <a:avLst/>
            </a:prstGeom>
          </p:spPr>
        </p:pic>
        <p:pic>
          <p:nvPicPr>
            <p:cNvPr id="2054" name="Picture 6" descr="Raspberry Pi財団が2023年9月28日に新製品「Raspberry Pi® 5」を発表、工事設計認証の取得・表示手順完了次第、スイッチサイエンスウェブショップでも販売予定  | 株式会社スイッチサイエンスのプレスリリース">
              <a:extLst>
                <a:ext uri="{FF2B5EF4-FFF2-40B4-BE49-F238E27FC236}">
                  <a16:creationId xmlns:a16="http://schemas.microsoft.com/office/drawing/2014/main" id="{94792DFB-BD00-7C97-E17F-AE1B7DCD10E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5033" t="21327" r="4902" b="20000"/>
            <a:stretch/>
          </p:blipFill>
          <p:spPr bwMode="auto">
            <a:xfrm>
              <a:off x="-598373" y="4080289"/>
              <a:ext cx="965825" cy="629183"/>
            </a:xfrm>
            <a:prstGeom prst="rect">
              <a:avLst/>
            </a:prstGeom>
            <a:noFill/>
            <a:ln w="28575">
              <a:noFill/>
            </a:ln>
            <a:extLst>
              <a:ext uri="{909E8E84-426E-40DD-AFC4-6F175D3DCCD1}">
                <a14:hiddenFill xmlns:a14="http://schemas.microsoft.com/office/drawing/2010/main">
                  <a:solidFill>
                    <a:srgbClr val="FFFFFF"/>
                  </a:solidFill>
                </a14:hiddenFill>
              </a:ext>
            </a:extLst>
          </p:spPr>
        </p:pic>
        <p:pic>
          <p:nvPicPr>
            <p:cNvPr id="1030" name="Picture 6" descr="Raspberry Pi財団が2023年9月28日に新製品「Raspberry Pi® 5」を発表、工事設計認証の取得・表示手順完了次第、スイッチサイエンスウェブショップでも販売予定  | 株式会社スイッチサイエンスのプレスリリース">
              <a:extLst>
                <a:ext uri="{FF2B5EF4-FFF2-40B4-BE49-F238E27FC236}">
                  <a16:creationId xmlns:a16="http://schemas.microsoft.com/office/drawing/2014/main" id="{E8EE55AB-316E-D659-6DB7-6809A79CC9B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5033" t="21327" r="4902" b="20000"/>
            <a:stretch/>
          </p:blipFill>
          <p:spPr bwMode="auto">
            <a:xfrm>
              <a:off x="8788169" y="4087077"/>
              <a:ext cx="965825" cy="629183"/>
            </a:xfrm>
            <a:prstGeom prst="rect">
              <a:avLst/>
            </a:prstGeom>
            <a:noFill/>
            <a:ln w="28575">
              <a:noFill/>
            </a:ln>
            <a:extLst>
              <a:ext uri="{909E8E84-426E-40DD-AFC4-6F175D3DCCD1}">
                <a14:hiddenFill xmlns:a14="http://schemas.microsoft.com/office/drawing/2010/main">
                  <a:solidFill>
                    <a:srgbClr val="FFFFFF"/>
                  </a:solidFill>
                </a14:hiddenFill>
              </a:ext>
            </a:extLst>
          </p:spPr>
        </p:pic>
        <p:pic>
          <p:nvPicPr>
            <p:cNvPr id="2056" name="Picture 8" descr="SONY ソニー USB対応/ICカードリーダー PaSoRi RC-S380">
              <a:extLst>
                <a:ext uri="{FF2B5EF4-FFF2-40B4-BE49-F238E27FC236}">
                  <a16:creationId xmlns:a16="http://schemas.microsoft.com/office/drawing/2014/main" id="{6F5FA9DA-44DE-2EE4-C26E-8603990390A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6400" r="6444"/>
            <a:stretch/>
          </p:blipFill>
          <p:spPr bwMode="auto">
            <a:xfrm>
              <a:off x="-546200" y="5124587"/>
              <a:ext cx="791288" cy="907902"/>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descr="グラフィカル ユーザー インターフェイス が含まれている画像&#10;&#10;AI によって生成されたコンテンツは間違っている可能性があります。">
              <a:extLst>
                <a:ext uri="{FF2B5EF4-FFF2-40B4-BE49-F238E27FC236}">
                  <a16:creationId xmlns:a16="http://schemas.microsoft.com/office/drawing/2014/main" id="{07084999-77A6-4666-8345-624EED1A2FEC}"/>
                </a:ext>
              </a:extLst>
            </p:cNvPr>
            <p:cNvPicPr>
              <a:picLocks noChangeAspect="1"/>
            </p:cNvPicPr>
            <p:nvPr/>
          </p:nvPicPr>
          <p:blipFill>
            <a:blip r:embed="rId9">
              <a:extLst>
                <a:ext uri="{28A0092B-C50C-407E-A947-70E740481C1C}">
                  <a14:useLocalDpi xmlns:a14="http://schemas.microsoft.com/office/drawing/2010/main" val="0"/>
                </a:ext>
              </a:extLst>
            </a:blip>
            <a:srcRect l="13599" t="26013" r="13399" b="25815"/>
            <a:stretch/>
          </p:blipFill>
          <p:spPr>
            <a:xfrm>
              <a:off x="-631183" y="1432946"/>
              <a:ext cx="965826" cy="637316"/>
            </a:xfrm>
            <a:prstGeom prst="rect">
              <a:avLst/>
            </a:prstGeom>
          </p:spPr>
        </p:pic>
        <p:sp>
          <p:nvSpPr>
            <p:cNvPr id="1041" name="正方形/長方形 1040">
              <a:extLst>
                <a:ext uri="{FF2B5EF4-FFF2-40B4-BE49-F238E27FC236}">
                  <a16:creationId xmlns:a16="http://schemas.microsoft.com/office/drawing/2014/main" id="{E7A62501-26AB-CC1D-E4EF-27F67AC30990}"/>
                </a:ext>
              </a:extLst>
            </p:cNvPr>
            <p:cNvSpPr/>
            <p:nvPr/>
          </p:nvSpPr>
          <p:spPr>
            <a:xfrm>
              <a:off x="-573088" y="1481138"/>
              <a:ext cx="846139" cy="52863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64" name="Picture 16" descr="縦型液晶モニター | パンダスタジオ・レンタル公式サイト">
              <a:extLst>
                <a:ext uri="{FF2B5EF4-FFF2-40B4-BE49-F238E27FC236}">
                  <a16:creationId xmlns:a16="http://schemas.microsoft.com/office/drawing/2014/main" id="{F07991E4-263C-B08D-77F8-FB6F4B2CA27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6797" t="5288" r="26358" b="3573"/>
            <a:stretch/>
          </p:blipFill>
          <p:spPr bwMode="auto">
            <a:xfrm>
              <a:off x="8924216" y="1188394"/>
              <a:ext cx="693730" cy="1114123"/>
            </a:xfrm>
            <a:prstGeom prst="rect">
              <a:avLst/>
            </a:prstGeom>
            <a:noFill/>
            <a:extLst>
              <a:ext uri="{909E8E84-426E-40DD-AFC4-6F175D3DCCD1}">
                <a14:hiddenFill xmlns:a14="http://schemas.microsoft.com/office/drawing/2010/main">
                  <a:solidFill>
                    <a:srgbClr val="FFFFFF"/>
                  </a:solidFill>
                </a14:hiddenFill>
              </a:ext>
            </a:extLst>
          </p:spPr>
        </p:pic>
        <p:sp>
          <p:nvSpPr>
            <p:cNvPr id="1042" name="正方形/長方形 1041">
              <a:extLst>
                <a:ext uri="{FF2B5EF4-FFF2-40B4-BE49-F238E27FC236}">
                  <a16:creationId xmlns:a16="http://schemas.microsoft.com/office/drawing/2014/main" id="{41508AB2-C96A-3D02-6BCD-3EE70047FCCF}"/>
                </a:ext>
              </a:extLst>
            </p:cNvPr>
            <p:cNvSpPr/>
            <p:nvPr/>
          </p:nvSpPr>
          <p:spPr>
            <a:xfrm rot="5400000">
              <a:off x="8772260" y="1461294"/>
              <a:ext cx="984780" cy="541866"/>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2405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7" name="グループ化 26">
            <a:extLst>
              <a:ext uri="{FF2B5EF4-FFF2-40B4-BE49-F238E27FC236}">
                <a16:creationId xmlns:a16="http://schemas.microsoft.com/office/drawing/2014/main" id="{46E46C53-64D4-CBE5-16AB-220C7B769C60}"/>
              </a:ext>
            </a:extLst>
          </p:cNvPr>
          <p:cNvGrpSpPr/>
          <p:nvPr/>
        </p:nvGrpSpPr>
        <p:grpSpPr>
          <a:xfrm>
            <a:off x="299947" y="-41850"/>
            <a:ext cx="8544105" cy="6941699"/>
            <a:chOff x="299947" y="-41850"/>
            <a:chExt cx="8544105" cy="6941699"/>
          </a:xfrm>
        </p:grpSpPr>
        <p:grpSp>
          <p:nvGrpSpPr>
            <p:cNvPr id="1057" name="グループ化 1056">
              <a:extLst>
                <a:ext uri="{FF2B5EF4-FFF2-40B4-BE49-F238E27FC236}">
                  <a16:creationId xmlns:a16="http://schemas.microsoft.com/office/drawing/2014/main" id="{D662E677-6A1F-D95E-4D5E-B38BAC288BE9}"/>
                </a:ext>
              </a:extLst>
            </p:cNvPr>
            <p:cNvGrpSpPr/>
            <p:nvPr/>
          </p:nvGrpSpPr>
          <p:grpSpPr>
            <a:xfrm>
              <a:off x="299947" y="-41850"/>
              <a:ext cx="8544105" cy="6941699"/>
              <a:chOff x="-1051105" y="651407"/>
              <a:chExt cx="8544105" cy="6941699"/>
            </a:xfrm>
          </p:grpSpPr>
          <p:sp>
            <p:nvSpPr>
              <p:cNvPr id="1046" name="正方形/長方形 1045">
                <a:extLst>
                  <a:ext uri="{FF2B5EF4-FFF2-40B4-BE49-F238E27FC236}">
                    <a16:creationId xmlns:a16="http://schemas.microsoft.com/office/drawing/2014/main" id="{2C75E6CF-898D-845C-68EF-E3DE42BA0838}"/>
                  </a:ext>
                </a:extLst>
              </p:cNvPr>
              <p:cNvSpPr/>
              <p:nvPr/>
            </p:nvSpPr>
            <p:spPr>
              <a:xfrm>
                <a:off x="-1051105" y="651407"/>
                <a:ext cx="8544105" cy="69416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6" name="グループ化 5">
                <a:extLst>
                  <a:ext uri="{FF2B5EF4-FFF2-40B4-BE49-F238E27FC236}">
                    <a16:creationId xmlns:a16="http://schemas.microsoft.com/office/drawing/2014/main" id="{5AB298DF-BF0F-0547-3560-10978CC73930}"/>
                  </a:ext>
                </a:extLst>
              </p:cNvPr>
              <p:cNvGrpSpPr/>
              <p:nvPr/>
            </p:nvGrpSpPr>
            <p:grpSpPr>
              <a:xfrm>
                <a:off x="5992490" y="5210769"/>
                <a:ext cx="1058068" cy="814611"/>
                <a:chOff x="4098454" y="2667000"/>
                <a:chExt cx="1502808" cy="1157017"/>
              </a:xfrm>
            </p:grpSpPr>
            <p:pic>
              <p:nvPicPr>
                <p:cNvPr id="4" name="Graphic 23" descr="Amazon DynamoDB service icon.">
                  <a:extLst>
                    <a:ext uri="{FF2B5EF4-FFF2-40B4-BE49-F238E27FC236}">
                      <a16:creationId xmlns:a16="http://schemas.microsoft.com/office/drawing/2014/main" id="{09E7B4FA-F831-E597-6FD7-FEDC0353107C}"/>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2">
                  <a:extLst>
                    <a:ext uri="{FF2B5EF4-FFF2-40B4-BE49-F238E27FC236}">
                      <a16:creationId xmlns:a16="http://schemas.microsoft.com/office/drawing/2014/main" id="{F6CF9882-5162-9946-A46A-D3F235438CB5}"/>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9" name="グループ化 8">
                <a:extLst>
                  <a:ext uri="{FF2B5EF4-FFF2-40B4-BE49-F238E27FC236}">
                    <a16:creationId xmlns:a16="http://schemas.microsoft.com/office/drawing/2014/main" id="{6B04B9C1-9624-1D93-1123-1C71B77FF4B6}"/>
                  </a:ext>
                </a:extLst>
              </p:cNvPr>
              <p:cNvGrpSpPr/>
              <p:nvPr/>
            </p:nvGrpSpPr>
            <p:grpSpPr>
              <a:xfrm>
                <a:off x="3461969" y="5207081"/>
                <a:ext cx="1117700" cy="998159"/>
                <a:chOff x="2576510" y="1184275"/>
                <a:chExt cx="1587506" cy="1417718"/>
              </a:xfrm>
            </p:grpSpPr>
            <p:pic>
              <p:nvPicPr>
                <p:cNvPr id="7" name="Graphic 7" descr="Amazon API Gateway service icon.">
                  <a:extLst>
                    <a:ext uri="{FF2B5EF4-FFF2-40B4-BE49-F238E27FC236}">
                      <a16:creationId xmlns:a16="http://schemas.microsoft.com/office/drawing/2014/main" id="{B1FA2622-73E8-2E9F-E1F1-C3343C2FDC25}"/>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Box 9">
                  <a:extLst>
                    <a:ext uri="{FF2B5EF4-FFF2-40B4-BE49-F238E27FC236}">
                      <a16:creationId xmlns:a16="http://schemas.microsoft.com/office/drawing/2014/main" id="{5653BD74-7D9D-B02C-3CE3-42E53CAF68CF}"/>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15" name="グループ化 14">
                <a:extLst>
                  <a:ext uri="{FF2B5EF4-FFF2-40B4-BE49-F238E27FC236}">
                    <a16:creationId xmlns:a16="http://schemas.microsoft.com/office/drawing/2014/main" id="{A79EC33B-4B27-3D2B-38A0-E04750E9315F}"/>
                  </a:ext>
                </a:extLst>
              </p:cNvPr>
              <p:cNvGrpSpPr/>
              <p:nvPr/>
            </p:nvGrpSpPr>
            <p:grpSpPr>
              <a:xfrm>
                <a:off x="4867083" y="5207081"/>
                <a:ext cx="820861" cy="812933"/>
                <a:chOff x="5051089" y="1185069"/>
                <a:chExt cx="1165896" cy="1154637"/>
              </a:xfrm>
            </p:grpSpPr>
            <p:pic>
              <p:nvPicPr>
                <p:cNvPr id="13" name="Graphic 10" descr="AWS Lambda service icon.">
                  <a:extLst>
                    <a:ext uri="{FF2B5EF4-FFF2-40B4-BE49-F238E27FC236}">
                      <a16:creationId xmlns:a16="http://schemas.microsoft.com/office/drawing/2014/main" id="{F419F683-A547-5C64-DFAA-FBD1B4C0FB57}"/>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Box 20">
                  <a:extLst>
                    <a:ext uri="{FF2B5EF4-FFF2-40B4-BE49-F238E27FC236}">
                      <a16:creationId xmlns:a16="http://schemas.microsoft.com/office/drawing/2014/main" id="{B8551154-B4FE-401F-53FE-0DD7F7C19FA4}"/>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18" name="グループ化 17">
                <a:extLst>
                  <a:ext uri="{FF2B5EF4-FFF2-40B4-BE49-F238E27FC236}">
                    <a16:creationId xmlns:a16="http://schemas.microsoft.com/office/drawing/2014/main" id="{1666CCCA-2F14-22EC-EDF7-2166FAAC1C0A}"/>
                  </a:ext>
                </a:extLst>
              </p:cNvPr>
              <p:cNvGrpSpPr/>
              <p:nvPr/>
            </p:nvGrpSpPr>
            <p:grpSpPr>
              <a:xfrm>
                <a:off x="2212328" y="1503918"/>
                <a:ext cx="1068518" cy="813493"/>
                <a:chOff x="-6240556" y="-4075450"/>
                <a:chExt cx="1517651" cy="1155431"/>
              </a:xfrm>
            </p:grpSpPr>
            <p:pic>
              <p:nvPicPr>
                <p:cNvPr id="16" name="Graphic 17" descr="Amazon CloudWatch service icon.">
                  <a:extLst>
                    <a:ext uri="{FF2B5EF4-FFF2-40B4-BE49-F238E27FC236}">
                      <a16:creationId xmlns:a16="http://schemas.microsoft.com/office/drawing/2014/main" id="{72D73A54-B7E8-DAA4-D4A2-1039587308F7}"/>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Box 9">
                  <a:extLst>
                    <a:ext uri="{FF2B5EF4-FFF2-40B4-BE49-F238E27FC236}">
                      <a16:creationId xmlns:a16="http://schemas.microsoft.com/office/drawing/2014/main" id="{90F4D677-6948-0050-983F-EC882D8E1E5E}"/>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1" name="グループ化 20">
                <a:extLst>
                  <a:ext uri="{FF2B5EF4-FFF2-40B4-BE49-F238E27FC236}">
                    <a16:creationId xmlns:a16="http://schemas.microsoft.com/office/drawing/2014/main" id="{0B9551C9-F335-4C5D-149E-83C42C13300A}"/>
                  </a:ext>
                </a:extLst>
              </p:cNvPr>
              <p:cNvGrpSpPr/>
              <p:nvPr/>
            </p:nvGrpSpPr>
            <p:grpSpPr>
              <a:xfrm>
                <a:off x="3752571" y="6519860"/>
                <a:ext cx="536494" cy="813493"/>
                <a:chOff x="7535863" y="1001200"/>
                <a:chExt cx="762000" cy="1155431"/>
              </a:xfrm>
            </p:grpSpPr>
            <p:pic>
              <p:nvPicPr>
                <p:cNvPr id="19" name="Graphic 19" descr="AWS Identity and Access Management (IAM) service icon.">
                  <a:extLst>
                    <a:ext uri="{FF2B5EF4-FFF2-40B4-BE49-F238E27FC236}">
                      <a16:creationId xmlns:a16="http://schemas.microsoft.com/office/drawing/2014/main" id="{456307D8-8FD7-AA78-6FBB-A53FCDB71CE1}"/>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TextBox 12">
                  <a:extLst>
                    <a:ext uri="{FF2B5EF4-FFF2-40B4-BE49-F238E27FC236}">
                      <a16:creationId xmlns:a16="http://schemas.microsoft.com/office/drawing/2014/main" id="{E4BB1572-2396-71E7-FC15-5B3B9D0E49AA}"/>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grpSp>
            <p:nvGrpSpPr>
              <p:cNvPr id="45" name="グループ化 44">
                <a:extLst>
                  <a:ext uri="{FF2B5EF4-FFF2-40B4-BE49-F238E27FC236}">
                    <a16:creationId xmlns:a16="http://schemas.microsoft.com/office/drawing/2014/main" id="{E0648FB0-1AE6-FE32-341E-47593D472AE9}"/>
                  </a:ext>
                </a:extLst>
              </p:cNvPr>
              <p:cNvGrpSpPr/>
              <p:nvPr/>
            </p:nvGrpSpPr>
            <p:grpSpPr>
              <a:xfrm>
                <a:off x="116646" y="5208434"/>
                <a:ext cx="1605012" cy="998159"/>
                <a:chOff x="170591" y="3160753"/>
                <a:chExt cx="1605012" cy="998159"/>
              </a:xfrm>
            </p:grpSpPr>
            <p:pic>
              <p:nvPicPr>
                <p:cNvPr id="1030" name="Picture 6" descr="Raspberry Pi Docs - Google Play のアプリ">
                  <a:extLst>
                    <a:ext uri="{FF2B5EF4-FFF2-40B4-BE49-F238E27FC236}">
                      <a16:creationId xmlns:a16="http://schemas.microsoft.com/office/drawing/2014/main" id="{8E972A45-4913-C042-F6AD-78EA01352097}"/>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04850" y="3160753"/>
                  <a:ext cx="536494" cy="536494"/>
                </a:xfrm>
                <a:prstGeom prst="rect">
                  <a:avLst/>
                </a:prstGeom>
                <a:noFill/>
                <a:extLst>
                  <a:ext uri="{909E8E84-426E-40DD-AFC4-6F175D3DCCD1}">
                    <a14:hiddenFill xmlns:a14="http://schemas.microsoft.com/office/drawing/2010/main">
                      <a:solidFill>
                        <a:srgbClr val="FFFFFF"/>
                      </a:solidFill>
                    </a14:hiddenFill>
                  </a:ext>
                </a:extLst>
              </p:spPr>
            </p:pic>
            <p:sp>
              <p:nvSpPr>
                <p:cNvPr id="44" name="TextBox 12">
                  <a:extLst>
                    <a:ext uri="{FF2B5EF4-FFF2-40B4-BE49-F238E27FC236}">
                      <a16:creationId xmlns:a16="http://schemas.microsoft.com/office/drawing/2014/main" id="{E4B49D95-EA5B-7CFF-F1E1-9C6FFC632B85}"/>
                    </a:ext>
                  </a:extLst>
                </p:cNvPr>
                <p:cNvSpPr txBox="1">
                  <a:spLocks noChangeArrowheads="1"/>
                </p:cNvSpPr>
                <p:nvPr/>
              </p:nvSpPr>
              <p:spPr bwMode="auto">
                <a:xfrm>
                  <a:off x="170591" y="3697247"/>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grpSp>
          <p:sp>
            <p:nvSpPr>
              <p:cNvPr id="47" name="テキスト ボックス 46">
                <a:extLst>
                  <a:ext uri="{FF2B5EF4-FFF2-40B4-BE49-F238E27FC236}">
                    <a16:creationId xmlns:a16="http://schemas.microsoft.com/office/drawing/2014/main" id="{D562318C-86DC-3D61-CA1B-1CC48B1C5AD8}"/>
                  </a:ext>
                </a:extLst>
              </p:cNvPr>
              <p:cNvSpPr txBox="1"/>
              <p:nvPr/>
            </p:nvSpPr>
            <p:spPr>
              <a:xfrm>
                <a:off x="-524297" y="5027594"/>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48" name="図 47" descr="黒い背景と白い文字のロゴ&#10;&#10;AI によって生成されたコンテンツは間違っている可能性があります。">
                <a:extLst>
                  <a:ext uri="{FF2B5EF4-FFF2-40B4-BE49-F238E27FC236}">
                    <a16:creationId xmlns:a16="http://schemas.microsoft.com/office/drawing/2014/main" id="{3CDECD1A-ED82-AA04-1958-B2AAAFA25459}"/>
                  </a:ext>
                </a:extLst>
              </p:cNvPr>
              <p:cNvPicPr>
                <a:picLocks noChangeAspect="1"/>
              </p:cNvPicPr>
              <p:nvPr/>
            </p:nvPicPr>
            <p:blipFill>
              <a:blip r:embed="rId13">
                <a:biLevel thresh="50000"/>
                <a:extLst>
                  <a:ext uri="{28A0092B-C50C-407E-A947-70E740481C1C}">
                    <a14:useLocalDpi xmlns:a14="http://schemas.microsoft.com/office/drawing/2010/main" val="0"/>
                  </a:ext>
                </a:extLst>
              </a:blip>
              <a:srcRect t="19474" b="18132"/>
              <a:stretch/>
            </p:blipFill>
            <p:spPr>
              <a:xfrm flipH="1">
                <a:off x="-888388" y="5251759"/>
                <a:ext cx="1605014" cy="751622"/>
              </a:xfrm>
              <a:prstGeom prst="rect">
                <a:avLst/>
              </a:prstGeom>
            </p:spPr>
          </p:pic>
          <p:cxnSp>
            <p:nvCxnSpPr>
              <p:cNvPr id="56" name="Straight Arrow Connector 74" descr="Up and down pointing vertical arrow.">
                <a:extLst>
                  <a:ext uri="{FF2B5EF4-FFF2-40B4-BE49-F238E27FC236}">
                    <a16:creationId xmlns:a16="http://schemas.microsoft.com/office/drawing/2014/main" id="{E7156486-083C-1C0B-AD6D-8096C6EF27C7}"/>
                  </a:ext>
                </a:extLst>
              </p:cNvPr>
              <p:cNvCxnSpPr>
                <a:cxnSpLocks/>
                <a:stCxn id="1030" idx="3"/>
                <a:endCxn id="7" idx="1"/>
              </p:cNvCxnSpPr>
              <p:nvPr/>
            </p:nvCxnSpPr>
            <p:spPr>
              <a:xfrm flipV="1">
                <a:off x="1187399" y="5475328"/>
                <a:ext cx="2565173" cy="1353"/>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62" name="Straight Arrow Connector 74" descr="Up and down pointing vertical arrow.">
                <a:extLst>
                  <a:ext uri="{FF2B5EF4-FFF2-40B4-BE49-F238E27FC236}">
                    <a16:creationId xmlns:a16="http://schemas.microsoft.com/office/drawing/2014/main" id="{7FA670E1-A810-DFED-88AA-95BC2FA92557}"/>
                  </a:ext>
                </a:extLst>
              </p:cNvPr>
              <p:cNvCxnSpPr>
                <a:cxnSpLocks/>
                <a:stCxn id="7" idx="3"/>
                <a:endCxn id="13" idx="1"/>
              </p:cNvCxnSpPr>
              <p:nvPr/>
            </p:nvCxnSpPr>
            <p:spPr>
              <a:xfrm>
                <a:off x="4289066" y="5475328"/>
                <a:ext cx="715729"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25" name="Straight Arrow Connector 74" descr="Up and down pointing vertical arrow.">
                <a:extLst>
                  <a:ext uri="{FF2B5EF4-FFF2-40B4-BE49-F238E27FC236}">
                    <a16:creationId xmlns:a16="http://schemas.microsoft.com/office/drawing/2014/main" id="{3BEADEF6-B9B9-9905-F7A4-3555F9981684}"/>
                  </a:ext>
                </a:extLst>
              </p:cNvPr>
              <p:cNvCxnSpPr>
                <a:cxnSpLocks/>
                <a:stCxn id="13" idx="3"/>
                <a:endCxn id="4" idx="1"/>
              </p:cNvCxnSpPr>
              <p:nvPr/>
            </p:nvCxnSpPr>
            <p:spPr>
              <a:xfrm>
                <a:off x="5541290" y="5475328"/>
                <a:ext cx="711987" cy="368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D1824482-D92A-4124-9B73-9D05C18D17C9}"/>
                  </a:ext>
                </a:extLst>
              </p:cNvPr>
              <p:cNvGrpSpPr/>
              <p:nvPr/>
            </p:nvGrpSpPr>
            <p:grpSpPr>
              <a:xfrm>
                <a:off x="740426" y="6711137"/>
                <a:ext cx="924337" cy="403333"/>
                <a:chOff x="2262291" y="5685876"/>
                <a:chExt cx="924337" cy="403333"/>
              </a:xfrm>
            </p:grpSpPr>
            <p:pic>
              <p:nvPicPr>
                <p:cNvPr id="12" name="図 11" descr="アイコン&#10;&#10;AI によって生成されたコンテンツは間違っている可能性があります。">
                  <a:extLst>
                    <a:ext uri="{FF2B5EF4-FFF2-40B4-BE49-F238E27FC236}">
                      <a16:creationId xmlns:a16="http://schemas.microsoft.com/office/drawing/2014/main" id="{3B5491AF-094D-0C2C-AA50-84E29DBF391A}"/>
                    </a:ext>
                  </a:extLst>
                </p:cNvPr>
                <p:cNvPicPr>
                  <a:picLocks noChangeAspect="1"/>
                </p:cNvPicPr>
                <p:nvPr/>
              </p:nvPicPr>
              <p:blipFill>
                <a:blip r:embed="rId14">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3" name="テキスト ボックス 22">
                  <a:extLst>
                    <a:ext uri="{FF2B5EF4-FFF2-40B4-BE49-F238E27FC236}">
                      <a16:creationId xmlns:a16="http://schemas.microsoft.com/office/drawing/2014/main" id="{E2138D15-9117-94F8-7F38-0F944E306336}"/>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5" name="グループ化 24">
                <a:extLst>
                  <a:ext uri="{FF2B5EF4-FFF2-40B4-BE49-F238E27FC236}">
                    <a16:creationId xmlns:a16="http://schemas.microsoft.com/office/drawing/2014/main" id="{D6671060-C272-77FD-703B-2DC5EFD04B30}"/>
                  </a:ext>
                </a:extLst>
              </p:cNvPr>
              <p:cNvGrpSpPr/>
              <p:nvPr/>
            </p:nvGrpSpPr>
            <p:grpSpPr>
              <a:xfrm>
                <a:off x="733065" y="6272196"/>
                <a:ext cx="931698" cy="372497"/>
                <a:chOff x="2254930" y="5246935"/>
                <a:chExt cx="931698" cy="372497"/>
              </a:xfrm>
            </p:grpSpPr>
            <p:pic>
              <p:nvPicPr>
                <p:cNvPr id="11" name="グラフィックス 10">
                  <a:extLst>
                    <a:ext uri="{FF2B5EF4-FFF2-40B4-BE49-F238E27FC236}">
                      <a16:creationId xmlns:a16="http://schemas.microsoft.com/office/drawing/2014/main" id="{576D2C5C-412D-783C-625F-6CA98DD66A4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254930" y="5246935"/>
                  <a:ext cx="372497" cy="372497"/>
                </a:xfrm>
                <a:prstGeom prst="rect">
                  <a:avLst/>
                </a:prstGeom>
              </p:spPr>
            </p:pic>
            <p:sp>
              <p:nvSpPr>
                <p:cNvPr id="24" name="テキスト ボックス 23">
                  <a:extLst>
                    <a:ext uri="{FF2B5EF4-FFF2-40B4-BE49-F238E27FC236}">
                      <a16:creationId xmlns:a16="http://schemas.microsoft.com/office/drawing/2014/main" id="{0F88A0AA-4ACA-1CDB-B05B-152EAEAFCB1A}"/>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34" name="グループ化 33">
                <a:extLst>
                  <a:ext uri="{FF2B5EF4-FFF2-40B4-BE49-F238E27FC236}">
                    <a16:creationId xmlns:a16="http://schemas.microsoft.com/office/drawing/2014/main" id="{96054910-FA8C-C893-DB9A-9C0534BF8E6A}"/>
                  </a:ext>
                </a:extLst>
              </p:cNvPr>
              <p:cNvGrpSpPr/>
              <p:nvPr/>
            </p:nvGrpSpPr>
            <p:grpSpPr>
              <a:xfrm>
                <a:off x="4670180" y="6519860"/>
                <a:ext cx="1211032" cy="802921"/>
                <a:chOff x="3129557" y="4452843"/>
                <a:chExt cx="1211032" cy="802921"/>
              </a:xfrm>
            </p:grpSpPr>
            <p:pic>
              <p:nvPicPr>
                <p:cNvPr id="29" name="Graphic 19" descr="Amazon EventBridge service icon.">
                  <a:extLst>
                    <a:ext uri="{FF2B5EF4-FFF2-40B4-BE49-F238E27FC236}">
                      <a16:creationId xmlns:a16="http://schemas.microsoft.com/office/drawing/2014/main" id="{30D29670-244B-9ECF-0CD7-DAE15F98D42E}"/>
                    </a:ext>
                  </a:extLst>
                </p:cNvPr>
                <p:cNvPicPr>
                  <a:picLocks noChangeAspect="1" noChangeArrowheads="1"/>
                </p:cNvPicPr>
                <p:nvPr/>
              </p:nvPicPr>
              <p:blipFill>
                <a:blip r:embed="rId17">
                  <a:extLst>
                    <a:ext uri="{96DAC541-7B7A-43D3-8B79-37D633B846F1}">
                      <asvg:svgBlip xmlns:asvg="http://schemas.microsoft.com/office/drawing/2016/SVG/main" r:embed="rId18"/>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Box 11">
                  <a:extLst>
                    <a:ext uri="{FF2B5EF4-FFF2-40B4-BE49-F238E27FC236}">
                      <a16:creationId xmlns:a16="http://schemas.microsoft.com/office/drawing/2014/main" id="{2761234B-8DD3-7B6E-62CB-C0B7824E8BFA}"/>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1029" name="グループ化 1028">
                <a:extLst>
                  <a:ext uri="{FF2B5EF4-FFF2-40B4-BE49-F238E27FC236}">
                    <a16:creationId xmlns:a16="http://schemas.microsoft.com/office/drawing/2014/main" id="{A783C41D-2586-119E-A749-84993876E474}"/>
                  </a:ext>
                </a:extLst>
              </p:cNvPr>
              <p:cNvGrpSpPr/>
              <p:nvPr/>
            </p:nvGrpSpPr>
            <p:grpSpPr>
              <a:xfrm>
                <a:off x="4579212" y="2771506"/>
                <a:ext cx="1410825" cy="998159"/>
                <a:chOff x="2368342" y="1184275"/>
                <a:chExt cx="2003841" cy="1417718"/>
              </a:xfrm>
            </p:grpSpPr>
            <p:pic>
              <p:nvPicPr>
                <p:cNvPr id="1034" name="Graphic 7" descr="Amazon API Gateway service icon.">
                  <a:extLst>
                    <a:ext uri="{FF2B5EF4-FFF2-40B4-BE49-F238E27FC236}">
                      <a16:creationId xmlns:a16="http://schemas.microsoft.com/office/drawing/2014/main" id="{10C0C143-D207-4D28-CEB1-645CBA78D577}"/>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6" name="TextBox 9">
                  <a:extLst>
                    <a:ext uri="{FF2B5EF4-FFF2-40B4-BE49-F238E27FC236}">
                      <a16:creationId xmlns:a16="http://schemas.microsoft.com/office/drawing/2014/main" id="{BB6CA220-54BC-C1D3-5F50-78AF9BECCE85}"/>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grpSp>
            <p:nvGrpSpPr>
              <p:cNvPr id="1041" name="グループ化 1040">
                <a:extLst>
                  <a:ext uri="{FF2B5EF4-FFF2-40B4-BE49-F238E27FC236}">
                    <a16:creationId xmlns:a16="http://schemas.microsoft.com/office/drawing/2014/main" id="{B1B1A735-9413-337F-8D47-8FE07CC0A871}"/>
                  </a:ext>
                </a:extLst>
              </p:cNvPr>
              <p:cNvGrpSpPr/>
              <p:nvPr/>
            </p:nvGrpSpPr>
            <p:grpSpPr>
              <a:xfrm>
                <a:off x="6106438" y="2773528"/>
                <a:ext cx="820861" cy="812933"/>
                <a:chOff x="5051089" y="1185069"/>
                <a:chExt cx="1165896" cy="1154637"/>
              </a:xfrm>
            </p:grpSpPr>
            <p:pic>
              <p:nvPicPr>
                <p:cNvPr id="1042" name="Graphic 10" descr="AWS Lambda service icon.">
                  <a:extLst>
                    <a:ext uri="{FF2B5EF4-FFF2-40B4-BE49-F238E27FC236}">
                      <a16:creationId xmlns:a16="http://schemas.microsoft.com/office/drawing/2014/main" id="{E37511FE-9A36-B1D4-BC95-7DA3F4BB6F23}"/>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3" name="TextBox 20">
                  <a:extLst>
                    <a:ext uri="{FF2B5EF4-FFF2-40B4-BE49-F238E27FC236}">
                      <a16:creationId xmlns:a16="http://schemas.microsoft.com/office/drawing/2014/main" id="{D6A4D275-2021-C18A-0E5B-BF782E8B1EB3}"/>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1047" name="Straight Arrow Connector 74" descr="Up and down pointing vertical arrow.">
                <a:extLst>
                  <a:ext uri="{FF2B5EF4-FFF2-40B4-BE49-F238E27FC236}">
                    <a16:creationId xmlns:a16="http://schemas.microsoft.com/office/drawing/2014/main" id="{AF1952EF-9F4E-3A19-9DDB-F27FA1458E80}"/>
                  </a:ext>
                </a:extLst>
              </p:cNvPr>
              <p:cNvCxnSpPr>
                <a:cxnSpLocks/>
                <a:stCxn id="1042" idx="1"/>
                <a:endCxn id="1034" idx="3"/>
              </p:cNvCxnSpPr>
              <p:nvPr/>
            </p:nvCxnSpPr>
            <p:spPr>
              <a:xfrm flipH="1" flipV="1">
                <a:off x="5552872" y="3039753"/>
                <a:ext cx="691279" cy="2022"/>
              </a:xfrm>
              <a:prstGeom prst="straightConnector1">
                <a:avLst/>
              </a:prstGeom>
              <a:ln w="15875">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nvGrpSpPr>
              <p:cNvPr id="1050" name="グループ化 1049">
                <a:extLst>
                  <a:ext uri="{FF2B5EF4-FFF2-40B4-BE49-F238E27FC236}">
                    <a16:creationId xmlns:a16="http://schemas.microsoft.com/office/drawing/2014/main" id="{8B22BC65-DDB3-9EE3-EAC7-3D17A6875C78}"/>
                  </a:ext>
                </a:extLst>
              </p:cNvPr>
              <p:cNvGrpSpPr/>
              <p:nvPr/>
            </p:nvGrpSpPr>
            <p:grpSpPr>
              <a:xfrm>
                <a:off x="116069" y="2771923"/>
                <a:ext cx="1605012" cy="998159"/>
                <a:chOff x="170591" y="3160753"/>
                <a:chExt cx="1605012" cy="998159"/>
              </a:xfrm>
            </p:grpSpPr>
            <p:pic>
              <p:nvPicPr>
                <p:cNvPr id="1051" name="Picture 6" descr="Raspberry Pi Docs - Google Play のアプリ">
                  <a:extLst>
                    <a:ext uri="{FF2B5EF4-FFF2-40B4-BE49-F238E27FC236}">
                      <a16:creationId xmlns:a16="http://schemas.microsoft.com/office/drawing/2014/main" id="{8BBE8A14-45A7-8C7D-09C9-3F95BE593114}"/>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04850" y="3160753"/>
                  <a:ext cx="536494" cy="536494"/>
                </a:xfrm>
                <a:prstGeom prst="rect">
                  <a:avLst/>
                </a:prstGeom>
                <a:noFill/>
                <a:extLst>
                  <a:ext uri="{909E8E84-426E-40DD-AFC4-6F175D3DCCD1}">
                    <a14:hiddenFill xmlns:a14="http://schemas.microsoft.com/office/drawing/2010/main">
                      <a:solidFill>
                        <a:srgbClr val="FFFFFF"/>
                      </a:solidFill>
                    </a14:hiddenFill>
                  </a:ext>
                </a:extLst>
              </p:spPr>
            </p:pic>
            <p:sp>
              <p:nvSpPr>
                <p:cNvPr id="1052" name="TextBox 12">
                  <a:extLst>
                    <a:ext uri="{FF2B5EF4-FFF2-40B4-BE49-F238E27FC236}">
                      <a16:creationId xmlns:a16="http://schemas.microsoft.com/office/drawing/2014/main" id="{6C922853-5019-C033-CFAF-4453ACD47D19}"/>
                    </a:ext>
                  </a:extLst>
                </p:cNvPr>
                <p:cNvSpPr txBox="1">
                  <a:spLocks noChangeArrowheads="1"/>
                </p:cNvSpPr>
                <p:nvPr/>
              </p:nvSpPr>
              <p:spPr bwMode="auto">
                <a:xfrm>
                  <a:off x="170591" y="3697247"/>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grpSp>
          <p:cxnSp>
            <p:nvCxnSpPr>
              <p:cNvPr id="3" name="Straight Arrow Connector 74" descr="Up and down pointing vertical arrow.">
                <a:extLst>
                  <a:ext uri="{FF2B5EF4-FFF2-40B4-BE49-F238E27FC236}">
                    <a16:creationId xmlns:a16="http://schemas.microsoft.com/office/drawing/2014/main" id="{4D9E0ED1-8646-6D9D-B3E6-9EFAA6C08ACB}"/>
                  </a:ext>
                </a:extLst>
              </p:cNvPr>
              <p:cNvCxnSpPr>
                <a:cxnSpLocks/>
                <a:stCxn id="55" idx="0"/>
              </p:cNvCxnSpPr>
              <p:nvPr/>
            </p:nvCxnSpPr>
            <p:spPr>
              <a:xfrm flipH="1" flipV="1">
                <a:off x="6586961" y="3586461"/>
                <a:ext cx="2327" cy="1503692"/>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1062" name="TextBox 12">
                <a:extLst>
                  <a:ext uri="{FF2B5EF4-FFF2-40B4-BE49-F238E27FC236}">
                    <a16:creationId xmlns:a16="http://schemas.microsoft.com/office/drawing/2014/main" id="{3B72DB95-09B4-2415-D174-A3F60B89E5E7}"/>
                  </a:ext>
                </a:extLst>
              </p:cNvPr>
              <p:cNvSpPr txBox="1">
                <a:spLocks noChangeArrowheads="1"/>
              </p:cNvSpPr>
              <p:nvPr/>
            </p:nvSpPr>
            <p:spPr bwMode="auto">
              <a:xfrm>
                <a:off x="6573710" y="4217978"/>
                <a:ext cx="730725" cy="276999"/>
              </a:xfrm>
              <a:prstGeom prst="rect">
                <a:avLst/>
              </a:prstGeom>
              <a:noFill/>
              <a:ln>
                <a:noFill/>
              </a:ln>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eaLnBrk="1" hangingPunct="1"/>
                <a:r>
                  <a:rPr lang="en-US" altLang="ja-JP" sz="1200" dirty="0">
                    <a:latin typeface="Arial" panose="020B0604020202020204" pitchFamily="34" charset="0"/>
                    <a:ea typeface="Amazon Ember" panose="020B0603020204020204" pitchFamily="34" charset="0"/>
                    <a:cs typeface="Arial" panose="020B0604020202020204" pitchFamily="34" charset="0"/>
                  </a:rPr>
                  <a:t>Stream</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sp>
            <p:nvSpPr>
              <p:cNvPr id="55" name="楕円 54">
                <a:extLst>
                  <a:ext uri="{FF2B5EF4-FFF2-40B4-BE49-F238E27FC236}">
                    <a16:creationId xmlns:a16="http://schemas.microsoft.com/office/drawing/2014/main" id="{6928FEC2-F68F-924F-28AC-E9C97B7DF375}"/>
                  </a:ext>
                </a:extLst>
              </p:cNvPr>
              <p:cNvSpPr/>
              <p:nvPr/>
            </p:nvSpPr>
            <p:spPr>
              <a:xfrm>
                <a:off x="6545929" y="5090153"/>
                <a:ext cx="86718" cy="86718"/>
              </a:xfrm>
              <a:prstGeom prst="ellipse">
                <a:avLst/>
              </a:prstGeom>
              <a:solidFill>
                <a:srgbClr val="1D1B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4" name="Rectangle 103" descr="Generic group dashed.">
                <a:extLst>
                  <a:ext uri="{FF2B5EF4-FFF2-40B4-BE49-F238E27FC236}">
                    <a16:creationId xmlns:a16="http://schemas.microsoft.com/office/drawing/2014/main" id="{FCF425FA-CA39-B9F5-D594-ABA78922C3D8}"/>
                  </a:ext>
                </a:extLst>
              </p:cNvPr>
              <p:cNvSpPr/>
              <p:nvPr/>
            </p:nvSpPr>
            <p:spPr>
              <a:xfrm>
                <a:off x="3404426" y="5005111"/>
                <a:ext cx="3643800" cy="128898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1049" name="Rectangle 103" descr="Generic group dashed.">
                <a:extLst>
                  <a:ext uri="{FF2B5EF4-FFF2-40B4-BE49-F238E27FC236}">
                    <a16:creationId xmlns:a16="http://schemas.microsoft.com/office/drawing/2014/main" id="{13FFE55A-89E2-0E7C-DD08-5644E6101532}"/>
                  </a:ext>
                </a:extLst>
              </p:cNvPr>
              <p:cNvSpPr/>
              <p:nvPr/>
            </p:nvSpPr>
            <p:spPr>
              <a:xfrm>
                <a:off x="3404426" y="1378983"/>
                <a:ext cx="3581598" cy="24498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39" name="グループ化 38">
                <a:extLst>
                  <a:ext uri="{FF2B5EF4-FFF2-40B4-BE49-F238E27FC236}">
                    <a16:creationId xmlns:a16="http://schemas.microsoft.com/office/drawing/2014/main" id="{29F1CA3B-C79E-E4EC-5FFE-E8482FA4A6AF}"/>
                  </a:ext>
                </a:extLst>
              </p:cNvPr>
              <p:cNvGrpSpPr/>
              <p:nvPr/>
            </p:nvGrpSpPr>
            <p:grpSpPr>
              <a:xfrm>
                <a:off x="3655456" y="2771923"/>
                <a:ext cx="730725" cy="813493"/>
                <a:chOff x="3005693" y="1391828"/>
                <a:chExt cx="730725" cy="813493"/>
              </a:xfrm>
            </p:grpSpPr>
            <p:pic>
              <p:nvPicPr>
                <p:cNvPr id="2" name="Graphic 10" descr="AWS Amplify service icon.">
                  <a:extLst>
                    <a:ext uri="{FF2B5EF4-FFF2-40B4-BE49-F238E27FC236}">
                      <a16:creationId xmlns:a16="http://schemas.microsoft.com/office/drawing/2014/main" id="{A9B21E94-1DB6-1C66-84B0-062E8B767917}"/>
                    </a:ext>
                  </a:extLst>
                </p:cNvPr>
                <p:cNvPicPr>
                  <a:picLocks noChangeAspect="1" noChangeArrowheads="1"/>
                </p:cNvPicPr>
                <p:nvPr/>
              </p:nvPicPr>
              <p:blipFill>
                <a:blip r:embed="rId19">
                  <a:extLst>
                    <a:ext uri="{96DAC541-7B7A-43D3-8B79-37D633B846F1}">
                      <asvg:svgBlip xmlns:asvg="http://schemas.microsoft.com/office/drawing/2016/SVG/main" r:embed="rId20"/>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Box 6">
                  <a:extLst>
                    <a:ext uri="{FF2B5EF4-FFF2-40B4-BE49-F238E27FC236}">
                      <a16:creationId xmlns:a16="http://schemas.microsoft.com/office/drawing/2014/main" id="{5B6CD500-A2C2-6A38-B141-81D388F7B8EB}"/>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cxnSp>
            <p:nvCxnSpPr>
              <p:cNvPr id="53" name="Straight Arrow Connector 74" descr="Up and down pointing vertical arrow.">
                <a:extLst>
                  <a:ext uri="{FF2B5EF4-FFF2-40B4-BE49-F238E27FC236}">
                    <a16:creationId xmlns:a16="http://schemas.microsoft.com/office/drawing/2014/main" id="{052BF3AE-9BDA-EC1F-E90E-9BF5A5C068AF}"/>
                  </a:ext>
                </a:extLst>
              </p:cNvPr>
              <p:cNvCxnSpPr>
                <a:cxnSpLocks/>
                <a:stCxn id="2" idx="1"/>
                <a:endCxn id="1051" idx="3"/>
              </p:cNvCxnSpPr>
              <p:nvPr/>
            </p:nvCxnSpPr>
            <p:spPr>
              <a:xfrm flipH="1">
                <a:off x="1186822" y="3040170"/>
                <a:ext cx="2565750"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27" name="Straight Arrow Connector 74" descr="Up and down pointing vertical arrow.">
                <a:extLst>
                  <a:ext uri="{FF2B5EF4-FFF2-40B4-BE49-F238E27FC236}">
                    <a16:creationId xmlns:a16="http://schemas.microsoft.com/office/drawing/2014/main" id="{2BE34991-300B-46A9-C4A2-EDF0D52DE561}"/>
                  </a:ext>
                </a:extLst>
              </p:cNvPr>
              <p:cNvCxnSpPr>
                <a:cxnSpLocks/>
                <a:stCxn id="7" idx="0"/>
                <a:endCxn id="35" idx="2"/>
              </p:cNvCxnSpPr>
              <p:nvPr/>
            </p:nvCxnSpPr>
            <p:spPr>
              <a:xfrm flipV="1">
                <a:off x="4020819" y="3585416"/>
                <a:ext cx="0" cy="1621665"/>
              </a:xfrm>
              <a:prstGeom prst="straightConnector1">
                <a:avLst/>
              </a:prstGeom>
              <a:ln w="15875">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1048" name="テキスト ボックス 1047">
                <a:extLst>
                  <a:ext uri="{FF2B5EF4-FFF2-40B4-BE49-F238E27FC236}">
                    <a16:creationId xmlns:a16="http://schemas.microsoft.com/office/drawing/2014/main" id="{4CAB4404-ECDB-EA1D-D578-D73233C54B22}"/>
                  </a:ext>
                </a:extLst>
              </p:cNvPr>
              <p:cNvSpPr txBox="1"/>
              <p:nvPr/>
            </p:nvSpPr>
            <p:spPr>
              <a:xfrm>
                <a:off x="3318304" y="1077100"/>
                <a:ext cx="2390492" cy="276999"/>
              </a:xfrm>
              <a:prstGeom prst="rect">
                <a:avLst/>
              </a:prstGeom>
              <a:solidFill>
                <a:srgbClr val="FFFFFF"/>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sp>
            <p:nvSpPr>
              <p:cNvPr id="1045" name="テキスト ボックス 1044">
                <a:extLst>
                  <a:ext uri="{FF2B5EF4-FFF2-40B4-BE49-F238E27FC236}">
                    <a16:creationId xmlns:a16="http://schemas.microsoft.com/office/drawing/2014/main" id="{8D080CFC-8A0E-090B-01EC-FD4617DC5D0B}"/>
                  </a:ext>
                </a:extLst>
              </p:cNvPr>
              <p:cNvSpPr txBox="1"/>
              <p:nvPr/>
            </p:nvSpPr>
            <p:spPr>
              <a:xfrm>
                <a:off x="3318304" y="4720368"/>
                <a:ext cx="2390492" cy="276999"/>
              </a:xfrm>
              <a:prstGeom prst="rect">
                <a:avLst/>
              </a:prstGeom>
              <a:solidFill>
                <a:srgbClr val="FFFFFF"/>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7" name="Straight Arrow Connector 74" descr="Up and down pointing vertical arrow.">
                <a:extLst>
                  <a:ext uri="{FF2B5EF4-FFF2-40B4-BE49-F238E27FC236}">
                    <a16:creationId xmlns:a16="http://schemas.microsoft.com/office/drawing/2014/main" id="{D60F5984-BEEB-1D69-FF87-9AC758487B60}"/>
                  </a:ext>
                </a:extLst>
              </p:cNvPr>
              <p:cNvCxnSpPr>
                <a:cxnSpLocks/>
                <a:stCxn id="1034" idx="1"/>
                <a:endCxn id="2" idx="3"/>
              </p:cNvCxnSpPr>
              <p:nvPr/>
            </p:nvCxnSpPr>
            <p:spPr>
              <a:xfrm flipH="1">
                <a:off x="4289066" y="3039753"/>
                <a:ext cx="727313" cy="417"/>
              </a:xfrm>
              <a:prstGeom prst="straightConnector1">
                <a:avLst/>
              </a:prstGeom>
              <a:ln w="15875">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54" descr="Right pointing horizontal arrow.">
                <a:extLst>
                  <a:ext uri="{FF2B5EF4-FFF2-40B4-BE49-F238E27FC236}">
                    <a16:creationId xmlns:a16="http://schemas.microsoft.com/office/drawing/2014/main" id="{33A69D4A-DF3C-AEA3-00AA-C9B96B883614}"/>
                  </a:ext>
                </a:extLst>
              </p:cNvPr>
              <p:cNvCxnSpPr>
                <a:cxnSpLocks/>
                <a:stCxn id="8" idx="2"/>
                <a:endCxn id="19" idx="0"/>
              </p:cNvCxnSpPr>
              <p:nvPr/>
            </p:nvCxnSpPr>
            <p:spPr>
              <a:xfrm flipH="1">
                <a:off x="4020818" y="6205240"/>
                <a:ext cx="1" cy="31462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58" name="Straight Arrow Connector 74" descr="Up and down pointing vertical arrow.">
                <a:extLst>
                  <a:ext uri="{FF2B5EF4-FFF2-40B4-BE49-F238E27FC236}">
                    <a16:creationId xmlns:a16="http://schemas.microsoft.com/office/drawing/2014/main" id="{713D3988-1F16-E739-0947-4126FB8183D7}"/>
                  </a:ext>
                </a:extLst>
              </p:cNvPr>
              <p:cNvCxnSpPr>
                <a:cxnSpLocks/>
                <a:stCxn id="29" idx="0"/>
                <a:endCxn id="14" idx="2"/>
              </p:cNvCxnSpPr>
              <p:nvPr/>
            </p:nvCxnSpPr>
            <p:spPr>
              <a:xfrm flipV="1">
                <a:off x="5271829" y="6020014"/>
                <a:ext cx="5685" cy="49984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8" name="グループ化 27">
                <a:extLst>
                  <a:ext uri="{FF2B5EF4-FFF2-40B4-BE49-F238E27FC236}">
                    <a16:creationId xmlns:a16="http://schemas.microsoft.com/office/drawing/2014/main" id="{13359355-8E97-34E2-342C-F7C44F29ED18}"/>
                  </a:ext>
                </a:extLst>
              </p:cNvPr>
              <p:cNvGrpSpPr/>
              <p:nvPr/>
            </p:nvGrpSpPr>
            <p:grpSpPr>
              <a:xfrm>
                <a:off x="2258063" y="3977362"/>
                <a:ext cx="1020292" cy="992557"/>
                <a:chOff x="3864463" y="3839626"/>
                <a:chExt cx="1020292" cy="992557"/>
              </a:xfrm>
            </p:grpSpPr>
            <p:pic>
              <p:nvPicPr>
                <p:cNvPr id="10" name="Graphic 17" descr="Amazon Cognito service icon.">
                  <a:extLst>
                    <a:ext uri="{FF2B5EF4-FFF2-40B4-BE49-F238E27FC236}">
                      <a16:creationId xmlns:a16="http://schemas.microsoft.com/office/drawing/2014/main" id="{7631523D-F343-2CF3-D779-2CEA8054CCA6}"/>
                    </a:ext>
                  </a:extLst>
                </p:cNvPr>
                <p:cNvPicPr>
                  <a:picLocks noChangeAspect="1" noChangeArrowheads="1"/>
                </p:cNvPicPr>
                <p:nvPr/>
              </p:nvPicPr>
              <p:blipFill>
                <a:blip r:embed="rId21">
                  <a:extLst>
                    <a:ext uri="{96DAC541-7B7A-43D3-8B79-37D633B846F1}">
                      <asvg:svgBlip xmlns:asvg="http://schemas.microsoft.com/office/drawing/2016/SVG/main" r:embed="rId22"/>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Box 11">
                  <a:extLst>
                    <a:ext uri="{FF2B5EF4-FFF2-40B4-BE49-F238E27FC236}">
                      <a16:creationId xmlns:a16="http://schemas.microsoft.com/office/drawing/2014/main" id="{5EE149C8-5BE0-8EF4-570F-ED9907A6DAE5}"/>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36" name="Straight Arrow Connector 74" descr="Up and down pointing vertical arrow.">
                <a:extLst>
                  <a:ext uri="{FF2B5EF4-FFF2-40B4-BE49-F238E27FC236}">
                    <a16:creationId xmlns:a16="http://schemas.microsoft.com/office/drawing/2014/main" id="{6398035C-3E33-7AB2-18C9-3EBA8553B442}"/>
                  </a:ext>
                </a:extLst>
              </p:cNvPr>
              <p:cNvCxnSpPr>
                <a:cxnSpLocks/>
              </p:cNvCxnSpPr>
              <p:nvPr/>
            </p:nvCxnSpPr>
            <p:spPr>
              <a:xfrm>
                <a:off x="6425143" y="3596523"/>
                <a:ext cx="2943" cy="156957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59" name="Elbow Connector 22" descr="Elbow horizontal arrow pointing right (1).">
                <a:extLst>
                  <a:ext uri="{FF2B5EF4-FFF2-40B4-BE49-F238E27FC236}">
                    <a16:creationId xmlns:a16="http://schemas.microsoft.com/office/drawing/2014/main" id="{157DE0ED-1F88-54AE-E0A3-0AEBFFA6904C}"/>
                  </a:ext>
                </a:extLst>
              </p:cNvPr>
              <p:cNvCxnSpPr>
                <a:cxnSpLocks/>
                <a:stCxn id="10" idx="1"/>
                <a:endCxn id="1030" idx="0"/>
              </p:cNvCxnSpPr>
              <p:nvPr/>
            </p:nvCxnSpPr>
            <p:spPr>
              <a:xfrm rot="10800000" flipV="1">
                <a:off x="919152" y="4245608"/>
                <a:ext cx="1580810" cy="962825"/>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1026" name="Graphic 86" descr="Temporary security credential resource icon for the IAM service.">
                <a:extLst>
                  <a:ext uri="{FF2B5EF4-FFF2-40B4-BE49-F238E27FC236}">
                    <a16:creationId xmlns:a16="http://schemas.microsoft.com/office/drawing/2014/main" id="{967E0BD5-77D8-1DD9-903B-E0992227E4F6}"/>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410731" y="4477651"/>
                <a:ext cx="457200" cy="457200"/>
              </a:xfrm>
              <a:prstGeom prst="rect">
                <a:avLst/>
              </a:prstGeom>
            </p:spPr>
          </p:pic>
          <p:grpSp>
            <p:nvGrpSpPr>
              <p:cNvPr id="1037" name="グループ化 1036">
                <a:extLst>
                  <a:ext uri="{FF2B5EF4-FFF2-40B4-BE49-F238E27FC236}">
                    <a16:creationId xmlns:a16="http://schemas.microsoft.com/office/drawing/2014/main" id="{57918ADA-793B-DC6A-1C60-3C69165C0236}"/>
                  </a:ext>
                </a:extLst>
              </p:cNvPr>
              <p:cNvGrpSpPr/>
              <p:nvPr/>
            </p:nvGrpSpPr>
            <p:grpSpPr>
              <a:xfrm>
                <a:off x="3509554" y="1511119"/>
                <a:ext cx="1020292" cy="992557"/>
                <a:chOff x="3864463" y="3839626"/>
                <a:chExt cx="1020292" cy="992557"/>
              </a:xfrm>
            </p:grpSpPr>
            <p:pic>
              <p:nvPicPr>
                <p:cNvPr id="1038" name="Graphic 17" descr="Amazon Cognito service icon.">
                  <a:extLst>
                    <a:ext uri="{FF2B5EF4-FFF2-40B4-BE49-F238E27FC236}">
                      <a16:creationId xmlns:a16="http://schemas.microsoft.com/office/drawing/2014/main" id="{0B5DEC41-1F8A-3823-B955-1097F5E249EE}"/>
                    </a:ext>
                  </a:extLst>
                </p:cNvPr>
                <p:cNvPicPr>
                  <a:picLocks noChangeAspect="1" noChangeArrowheads="1"/>
                </p:cNvPicPr>
                <p:nvPr/>
              </p:nvPicPr>
              <p:blipFill>
                <a:blip r:embed="rId21">
                  <a:extLst>
                    <a:ext uri="{96DAC541-7B7A-43D3-8B79-37D633B846F1}">
                      <asvg:svgBlip xmlns:asvg="http://schemas.microsoft.com/office/drawing/2016/SVG/main" r:embed="rId22"/>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9" name="TextBox 11">
                  <a:extLst>
                    <a:ext uri="{FF2B5EF4-FFF2-40B4-BE49-F238E27FC236}">
                      <a16:creationId xmlns:a16="http://schemas.microsoft.com/office/drawing/2014/main" id="{978946B5-5CA6-F777-A090-693A1DA5CB02}"/>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(User Pool)</a:t>
                  </a:r>
                </a:p>
              </p:txBody>
            </p:sp>
          </p:grpSp>
          <p:cxnSp>
            <p:nvCxnSpPr>
              <p:cNvPr id="1054" name="Straight Arrow Connector 52" descr="Double pointing horizontal arrow.">
                <a:extLst>
                  <a:ext uri="{FF2B5EF4-FFF2-40B4-BE49-F238E27FC236}">
                    <a16:creationId xmlns:a16="http://schemas.microsoft.com/office/drawing/2014/main" id="{4C083136-5557-9DA7-80A5-0318ED327EBF}"/>
                  </a:ext>
                </a:extLst>
              </p:cNvPr>
              <p:cNvCxnSpPr>
                <a:cxnSpLocks/>
                <a:stCxn id="2" idx="0"/>
                <a:endCxn id="1039" idx="2"/>
              </p:cNvCxnSpPr>
              <p:nvPr/>
            </p:nvCxnSpPr>
            <p:spPr>
              <a:xfrm flipH="1" flipV="1">
                <a:off x="4019700" y="2503676"/>
                <a:ext cx="1119" cy="26824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50" name="Group 1" descr="AWS Cloud group with AWS logo.">
                <a:extLst>
                  <a:ext uri="{FF2B5EF4-FFF2-40B4-BE49-F238E27FC236}">
                    <a16:creationId xmlns:a16="http://schemas.microsoft.com/office/drawing/2014/main" id="{53948597-D59A-6B88-C20F-FF750CA056FD}"/>
                  </a:ext>
                </a:extLst>
              </p:cNvPr>
              <p:cNvGrpSpPr/>
              <p:nvPr/>
            </p:nvGrpSpPr>
            <p:grpSpPr>
              <a:xfrm>
                <a:off x="2092110" y="781158"/>
                <a:ext cx="5212325" cy="6710280"/>
                <a:chOff x="355598" y="689580"/>
                <a:chExt cx="5212325" cy="4740652"/>
              </a:xfrm>
            </p:grpSpPr>
            <p:sp>
              <p:nvSpPr>
                <p:cNvPr id="51" name="Rectangle 54">
                  <a:extLst>
                    <a:ext uri="{FF2B5EF4-FFF2-40B4-BE49-F238E27FC236}">
                      <a16:creationId xmlns:a16="http://schemas.microsoft.com/office/drawing/2014/main" id="{B1B1D99C-164E-1BC4-12E5-D739E87CD03A}"/>
                    </a:ext>
                  </a:extLst>
                </p:cNvPr>
                <p:cNvSpPr/>
                <p:nvPr/>
              </p:nvSpPr>
              <p:spPr>
                <a:xfrm>
                  <a:off x="355599" y="689580"/>
                  <a:ext cx="5212324" cy="4740652"/>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52" name="Graphic 55" descr="AWS Cloud group icon with AWS logo.">
                  <a:extLst>
                    <a:ext uri="{FF2B5EF4-FFF2-40B4-BE49-F238E27FC236}">
                      <a16:creationId xmlns:a16="http://schemas.microsoft.com/office/drawing/2014/main" id="{38BAA5F6-20CD-9A5D-94CD-29BB9CADEDB4}"/>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355598" y="695923"/>
                  <a:ext cx="419750" cy="287318"/>
                </a:xfrm>
                <a:prstGeom prst="rect">
                  <a:avLst/>
                </a:prstGeom>
              </p:spPr>
            </p:pic>
          </p:grpSp>
        </p:grpSp>
        <p:sp>
          <p:nvSpPr>
            <p:cNvPr id="1063" name="Rectangle 103" descr="Generic group dashed.">
              <a:extLst>
                <a:ext uri="{FF2B5EF4-FFF2-40B4-BE49-F238E27FC236}">
                  <a16:creationId xmlns:a16="http://schemas.microsoft.com/office/drawing/2014/main" id="{335D0284-CE16-0DF5-C704-781A1F9552BD}"/>
                </a:ext>
              </a:extLst>
            </p:cNvPr>
            <p:cNvSpPr/>
            <p:nvPr/>
          </p:nvSpPr>
          <p:spPr>
            <a:xfrm>
              <a:off x="425557" y="1547876"/>
              <a:ext cx="2858730" cy="5246242"/>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en-US" sz="1200" dirty="0">
                  <a:solidFill>
                    <a:schemeClr val="tx1"/>
                  </a:solidFill>
                  <a:latin typeface="Arial" panose="020B0604020202020204" pitchFamily="34" charset="0"/>
                  <a:cs typeface="Arial" panose="020B0604020202020204" pitchFamily="34" charset="0"/>
                </a:rPr>
                <a:t>Local Env</a:t>
              </a:r>
            </a:p>
          </p:txBody>
        </p:sp>
      </p:grpSp>
    </p:spTree>
    <p:extLst>
      <p:ext uri="{BB962C8B-B14F-4D97-AF65-F5344CB8AC3E}">
        <p14:creationId xmlns:p14="http://schemas.microsoft.com/office/powerpoint/2010/main" val="42168809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477D50A-1ABC-E4C7-A18B-13C8B21236A3}"/>
            </a:ext>
          </a:extLst>
        </p:cNvPr>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909A3B4B-C153-B1A9-4863-45132867BD37}"/>
              </a:ext>
            </a:extLst>
          </p:cNvPr>
          <p:cNvSpPr/>
          <p:nvPr/>
        </p:nvSpPr>
        <p:spPr>
          <a:xfrm>
            <a:off x="-495300" y="837368"/>
            <a:ext cx="10121899" cy="6062481"/>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タイトル 1">
            <a:extLst>
              <a:ext uri="{FF2B5EF4-FFF2-40B4-BE49-F238E27FC236}">
                <a16:creationId xmlns:a16="http://schemas.microsoft.com/office/drawing/2014/main" id="{0F205C73-DDE9-26F1-EA4A-B316D113E126}"/>
              </a:ext>
            </a:extLst>
          </p:cNvPr>
          <p:cNvSpPr>
            <a:spLocks noGrp="1"/>
          </p:cNvSpPr>
          <p:nvPr>
            <p:ph type="title"/>
          </p:nvPr>
        </p:nvSpPr>
        <p:spPr/>
        <p:txBody>
          <a:bodyPr/>
          <a:lstStyle/>
          <a:p>
            <a:r>
              <a:rPr kumimoji="1" lang="ja-JP" altLang="en-US" dirty="0"/>
              <a:t>在室確認システムのアーキテクチャ</a:t>
            </a:r>
          </a:p>
        </p:txBody>
      </p:sp>
      <p:grpSp>
        <p:nvGrpSpPr>
          <p:cNvPr id="230" name="グループ化 229">
            <a:extLst>
              <a:ext uri="{FF2B5EF4-FFF2-40B4-BE49-F238E27FC236}">
                <a16:creationId xmlns:a16="http://schemas.microsoft.com/office/drawing/2014/main" id="{ADD95DC3-4091-42FC-EB6F-7D77CE1CC343}"/>
              </a:ext>
            </a:extLst>
          </p:cNvPr>
          <p:cNvGrpSpPr/>
          <p:nvPr/>
        </p:nvGrpSpPr>
        <p:grpSpPr>
          <a:xfrm>
            <a:off x="5848178" y="4385283"/>
            <a:ext cx="1058068" cy="814611"/>
            <a:chOff x="4098454" y="2667000"/>
            <a:chExt cx="1502808" cy="1157017"/>
          </a:xfrm>
        </p:grpSpPr>
        <p:pic>
          <p:nvPicPr>
            <p:cNvPr id="298" name="Graphic 23" descr="Amazon DynamoDB service icon.">
              <a:extLst>
                <a:ext uri="{FF2B5EF4-FFF2-40B4-BE49-F238E27FC236}">
                  <a16:creationId xmlns:a16="http://schemas.microsoft.com/office/drawing/2014/main" id="{D53441EC-89D1-8821-A0D0-2ED2F87809E2}"/>
                </a:ext>
              </a:extLst>
            </p:cNvPr>
            <p:cNvPicPr>
              <a:picLocks noChangeAspect="1" noChangeArrowheads="1"/>
            </p:cNvPicPr>
            <p:nvPr/>
          </p:nvPicPr>
          <p:blipFill>
            <a:blip r:embed="rId2">
              <a:extLst>
                <a:ext uri="{96DAC541-7B7A-43D3-8B79-37D633B846F1}">
                  <asvg:svgBlip xmlns:asvg="http://schemas.microsoft.com/office/drawing/2016/SVG/main" r:embed="rId3"/>
                </a:ext>
              </a:extLst>
            </a:blip>
            <a:srcRect/>
            <a:stretch/>
          </p:blipFill>
          <p:spPr bwMode="auto">
            <a:xfrm>
              <a:off x="4468858" y="26670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9" name="TextBox 12">
              <a:extLst>
                <a:ext uri="{FF2B5EF4-FFF2-40B4-BE49-F238E27FC236}">
                  <a16:creationId xmlns:a16="http://schemas.microsoft.com/office/drawing/2014/main" id="{85508754-37E3-FDFA-3166-9CB22B8BDB9B}"/>
                </a:ext>
              </a:extLst>
            </p:cNvPr>
            <p:cNvSpPr txBox="1">
              <a:spLocks noChangeArrowheads="1"/>
            </p:cNvSpPr>
            <p:nvPr/>
          </p:nvSpPr>
          <p:spPr bwMode="auto">
            <a:xfrm>
              <a:off x="4098454" y="3430587"/>
              <a:ext cx="1502808" cy="393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231" name="グループ化 230">
            <a:extLst>
              <a:ext uri="{FF2B5EF4-FFF2-40B4-BE49-F238E27FC236}">
                <a16:creationId xmlns:a16="http://schemas.microsoft.com/office/drawing/2014/main" id="{852CA5B2-7587-30F7-595F-80BDD4FB54C5}"/>
              </a:ext>
            </a:extLst>
          </p:cNvPr>
          <p:cNvGrpSpPr/>
          <p:nvPr/>
        </p:nvGrpSpPr>
        <p:grpSpPr>
          <a:xfrm>
            <a:off x="3466020" y="4382693"/>
            <a:ext cx="1117700" cy="998159"/>
            <a:chOff x="2576510" y="1184275"/>
            <a:chExt cx="1587506" cy="1417718"/>
          </a:xfrm>
        </p:grpSpPr>
        <p:pic>
          <p:nvPicPr>
            <p:cNvPr id="296" name="Graphic 7" descr="Amazon API Gateway service icon.">
              <a:extLst>
                <a:ext uri="{FF2B5EF4-FFF2-40B4-BE49-F238E27FC236}">
                  <a16:creationId xmlns:a16="http://schemas.microsoft.com/office/drawing/2014/main" id="{20113165-CC31-F549-C9DC-660D718E2A52}"/>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3"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 name="TextBox 9">
              <a:extLst>
                <a:ext uri="{FF2B5EF4-FFF2-40B4-BE49-F238E27FC236}">
                  <a16:creationId xmlns:a16="http://schemas.microsoft.com/office/drawing/2014/main" id="{52A86F12-1DCC-6B77-4EC8-8C936238E6F5}"/>
                </a:ext>
              </a:extLst>
            </p:cNvPr>
            <p:cNvSpPr txBox="1">
              <a:spLocks noChangeArrowheads="1"/>
            </p:cNvSpPr>
            <p:nvPr/>
          </p:nvSpPr>
          <p:spPr bwMode="auto">
            <a:xfrm>
              <a:off x="2576510" y="1946275"/>
              <a:ext cx="1587506"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(REST API)</a:t>
              </a:r>
            </a:p>
          </p:txBody>
        </p:sp>
      </p:grpSp>
      <p:grpSp>
        <p:nvGrpSpPr>
          <p:cNvPr id="232" name="グループ化 231">
            <a:extLst>
              <a:ext uri="{FF2B5EF4-FFF2-40B4-BE49-F238E27FC236}">
                <a16:creationId xmlns:a16="http://schemas.microsoft.com/office/drawing/2014/main" id="{E6CB9F2A-41D2-256C-D921-035AD02EB882}"/>
              </a:ext>
            </a:extLst>
          </p:cNvPr>
          <p:cNvGrpSpPr/>
          <p:nvPr/>
        </p:nvGrpSpPr>
        <p:grpSpPr>
          <a:xfrm>
            <a:off x="4794097" y="4382385"/>
            <a:ext cx="820861" cy="812933"/>
            <a:chOff x="5051089" y="1185069"/>
            <a:chExt cx="1165896" cy="1154637"/>
          </a:xfrm>
        </p:grpSpPr>
        <p:pic>
          <p:nvPicPr>
            <p:cNvPr id="294" name="Graphic 10" descr="AWS Lambda service icon.">
              <a:extLst>
                <a:ext uri="{FF2B5EF4-FFF2-40B4-BE49-F238E27FC236}">
                  <a16:creationId xmlns:a16="http://schemas.microsoft.com/office/drawing/2014/main" id="{12B8C079-D3DC-E523-8048-31F670C7CB40}"/>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5" name="TextBox 20">
              <a:extLst>
                <a:ext uri="{FF2B5EF4-FFF2-40B4-BE49-F238E27FC236}">
                  <a16:creationId xmlns:a16="http://schemas.microsoft.com/office/drawing/2014/main" id="{F1BD6D8A-51D9-2FF6-7491-24EF0D2FC25A}"/>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grpSp>
        <p:nvGrpSpPr>
          <p:cNvPr id="233" name="グループ化 232">
            <a:extLst>
              <a:ext uri="{FF2B5EF4-FFF2-40B4-BE49-F238E27FC236}">
                <a16:creationId xmlns:a16="http://schemas.microsoft.com/office/drawing/2014/main" id="{72829972-CC33-B8CA-3520-6FE0A941FF39}"/>
              </a:ext>
            </a:extLst>
          </p:cNvPr>
          <p:cNvGrpSpPr/>
          <p:nvPr/>
        </p:nvGrpSpPr>
        <p:grpSpPr>
          <a:xfrm>
            <a:off x="6992282" y="1644835"/>
            <a:ext cx="1068518" cy="813493"/>
            <a:chOff x="-6240556" y="-4075450"/>
            <a:chExt cx="1517651" cy="1155431"/>
          </a:xfrm>
        </p:grpSpPr>
        <p:pic>
          <p:nvPicPr>
            <p:cNvPr id="292" name="Graphic 17" descr="Amazon CloudWatch service icon.">
              <a:extLst>
                <a:ext uri="{FF2B5EF4-FFF2-40B4-BE49-F238E27FC236}">
                  <a16:creationId xmlns:a16="http://schemas.microsoft.com/office/drawing/2014/main" id="{D2B81293-8952-3DE9-7E48-E78B98628097}"/>
                </a:ext>
              </a:extLst>
            </p:cNvPr>
            <p:cNvPicPr>
              <a:picLocks noChangeAspect="1" noChangeArrowheads="1"/>
            </p:cNvPicPr>
            <p:nvPr/>
          </p:nvPicPr>
          <p:blipFill>
            <a:blip r:embed="rId8">
              <a:extLst>
                <a:ext uri="{96DAC541-7B7A-43D3-8B79-37D633B846F1}">
                  <asvg:svgBlip xmlns:asvg="http://schemas.microsoft.com/office/drawing/2016/SVG/main" r:embed="rId9"/>
                </a:ext>
              </a:extLst>
            </a:blip>
            <a:srcRect/>
            <a:stretch/>
          </p:blipFill>
          <p:spPr bwMode="auto">
            <a:xfrm>
              <a:off x="-5862730" y="-407545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3" name="TextBox 9">
              <a:extLst>
                <a:ext uri="{FF2B5EF4-FFF2-40B4-BE49-F238E27FC236}">
                  <a16:creationId xmlns:a16="http://schemas.microsoft.com/office/drawing/2014/main" id="{99BD3347-32FC-D770-9579-3F6FFD024717}"/>
                </a:ext>
              </a:extLst>
            </p:cNvPr>
            <p:cNvSpPr txBox="1">
              <a:spLocks noChangeArrowheads="1"/>
            </p:cNvSpPr>
            <p:nvPr/>
          </p:nvSpPr>
          <p:spPr bwMode="auto">
            <a:xfrm>
              <a:off x="-6240556" y="-3313450"/>
              <a:ext cx="1517651"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CloudWatch</a:t>
              </a:r>
            </a:p>
          </p:txBody>
        </p:sp>
      </p:grpSp>
      <p:grpSp>
        <p:nvGrpSpPr>
          <p:cNvPr id="234" name="グループ化 233">
            <a:extLst>
              <a:ext uri="{FF2B5EF4-FFF2-40B4-BE49-F238E27FC236}">
                <a16:creationId xmlns:a16="http://schemas.microsoft.com/office/drawing/2014/main" id="{D2D4405B-E9CD-CDFC-0EAB-5A5DAE0E75CE}"/>
              </a:ext>
            </a:extLst>
          </p:cNvPr>
          <p:cNvGrpSpPr/>
          <p:nvPr/>
        </p:nvGrpSpPr>
        <p:grpSpPr>
          <a:xfrm>
            <a:off x="3759633" y="5696629"/>
            <a:ext cx="536494" cy="813493"/>
            <a:chOff x="7535863" y="1001200"/>
            <a:chExt cx="762000" cy="1155431"/>
          </a:xfrm>
        </p:grpSpPr>
        <p:pic>
          <p:nvPicPr>
            <p:cNvPr id="290" name="Graphic 19" descr="AWS Identity and Access Management (IAM) service icon.">
              <a:extLst>
                <a:ext uri="{FF2B5EF4-FFF2-40B4-BE49-F238E27FC236}">
                  <a16:creationId xmlns:a16="http://schemas.microsoft.com/office/drawing/2014/main" id="{87B48340-3429-0967-7E65-5EC22E0C7BA6}"/>
                </a:ext>
              </a:extLst>
            </p:cNvPr>
            <p:cNvPicPr>
              <a:picLocks noChangeAspect="1" noChangeArrowheads="1"/>
            </p:cNvPicPr>
            <p:nvPr/>
          </p:nvPicPr>
          <p:blipFill>
            <a:blip r:embed="rId10">
              <a:extLst>
                <a:ext uri="{96DAC541-7B7A-43D3-8B79-37D633B846F1}">
                  <asvg:svgBlip xmlns:asvg="http://schemas.microsoft.com/office/drawing/2016/SVG/main" r:embed="rId11"/>
                </a:ext>
              </a:extLst>
            </a:blip>
            <a:srcRect/>
            <a:stretch/>
          </p:blipFill>
          <p:spPr bwMode="auto">
            <a:xfrm>
              <a:off x="7535863" y="1001200"/>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1" name="TextBox 12">
              <a:extLst>
                <a:ext uri="{FF2B5EF4-FFF2-40B4-BE49-F238E27FC236}">
                  <a16:creationId xmlns:a16="http://schemas.microsoft.com/office/drawing/2014/main" id="{E21BE2CD-724F-6030-272C-78D53BBA3276}"/>
                </a:ext>
              </a:extLst>
            </p:cNvPr>
            <p:cNvSpPr txBox="1">
              <a:spLocks noChangeArrowheads="1"/>
            </p:cNvSpPr>
            <p:nvPr/>
          </p:nvSpPr>
          <p:spPr bwMode="auto">
            <a:xfrm>
              <a:off x="7535863" y="1763200"/>
              <a:ext cx="75882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IAM</a:t>
              </a:r>
            </a:p>
          </p:txBody>
        </p:sp>
      </p:grpSp>
      <p:sp>
        <p:nvSpPr>
          <p:cNvPr id="289" name="TextBox 12">
            <a:extLst>
              <a:ext uri="{FF2B5EF4-FFF2-40B4-BE49-F238E27FC236}">
                <a16:creationId xmlns:a16="http://schemas.microsoft.com/office/drawing/2014/main" id="{CB5388D9-04CF-87B8-6DA9-FB50959A67D7}"/>
              </a:ext>
            </a:extLst>
          </p:cNvPr>
          <p:cNvSpPr txBox="1">
            <a:spLocks noChangeArrowheads="1"/>
          </p:cNvSpPr>
          <p:nvPr/>
        </p:nvSpPr>
        <p:spPr bwMode="auto">
          <a:xfrm>
            <a:off x="650867" y="5001976"/>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4B</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(172.16.15.8)</a:t>
            </a:r>
          </a:p>
        </p:txBody>
      </p:sp>
      <p:sp>
        <p:nvSpPr>
          <p:cNvPr id="236" name="テキスト ボックス 235">
            <a:extLst>
              <a:ext uri="{FF2B5EF4-FFF2-40B4-BE49-F238E27FC236}">
                <a16:creationId xmlns:a16="http://schemas.microsoft.com/office/drawing/2014/main" id="{60A15CD1-44EA-C7BF-F9BC-BBAAEC9F218A}"/>
              </a:ext>
            </a:extLst>
          </p:cNvPr>
          <p:cNvSpPr txBox="1"/>
          <p:nvPr/>
        </p:nvSpPr>
        <p:spPr>
          <a:xfrm>
            <a:off x="21012" y="4303759"/>
            <a:ext cx="1162293" cy="276999"/>
          </a:xfrm>
          <a:prstGeom prst="rect">
            <a:avLst/>
          </a:prstGeom>
          <a:noFill/>
        </p:spPr>
        <p:txBody>
          <a:bodyPr wrap="square">
            <a:spAutoFit/>
          </a:body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RC-S380 S</a:t>
            </a:r>
          </a:p>
        </p:txBody>
      </p:sp>
      <p:pic>
        <p:nvPicPr>
          <p:cNvPr id="237" name="図 236" descr="黒い背景と白い文字のロゴ&#10;&#10;AI によって生成されたコンテンツは間違っている可能性があります。">
            <a:extLst>
              <a:ext uri="{FF2B5EF4-FFF2-40B4-BE49-F238E27FC236}">
                <a16:creationId xmlns:a16="http://schemas.microsoft.com/office/drawing/2014/main" id="{3C98D9F4-5430-C11B-4ACC-564D7AB0A6B9}"/>
              </a:ext>
            </a:extLst>
          </p:cNvPr>
          <p:cNvPicPr>
            <a:picLocks noChangeAspect="1"/>
          </p:cNvPicPr>
          <p:nvPr/>
        </p:nvPicPr>
        <p:blipFill>
          <a:blip r:embed="rId12">
            <a:biLevel thresh="50000"/>
            <a:extLst>
              <a:ext uri="{28A0092B-C50C-407E-A947-70E740481C1C}">
                <a14:useLocalDpi xmlns:a14="http://schemas.microsoft.com/office/drawing/2010/main" val="0"/>
              </a:ext>
            </a:extLst>
          </a:blip>
          <a:srcRect t="19474" b="18132"/>
          <a:stretch/>
        </p:blipFill>
        <p:spPr>
          <a:xfrm flipH="1">
            <a:off x="-363181" y="4508703"/>
            <a:ext cx="1605014" cy="751622"/>
          </a:xfrm>
          <a:prstGeom prst="rect">
            <a:avLst/>
          </a:prstGeom>
        </p:spPr>
      </p:pic>
      <p:cxnSp>
        <p:nvCxnSpPr>
          <p:cNvPr id="238" name="Straight Arrow Connector 74" descr="Up and down pointing vertical arrow.">
            <a:extLst>
              <a:ext uri="{FF2B5EF4-FFF2-40B4-BE49-F238E27FC236}">
                <a16:creationId xmlns:a16="http://schemas.microsoft.com/office/drawing/2014/main" id="{51F0E07D-5B84-6A81-D827-E186836F0124}"/>
              </a:ext>
            </a:extLst>
          </p:cNvPr>
          <p:cNvCxnSpPr>
            <a:cxnSpLocks/>
            <a:endCxn id="296" idx="1"/>
          </p:cNvCxnSpPr>
          <p:nvPr/>
        </p:nvCxnSpPr>
        <p:spPr>
          <a:xfrm>
            <a:off x="1721620" y="4650940"/>
            <a:ext cx="2035003"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241" name="グループ化 240">
            <a:extLst>
              <a:ext uri="{FF2B5EF4-FFF2-40B4-BE49-F238E27FC236}">
                <a16:creationId xmlns:a16="http://schemas.microsoft.com/office/drawing/2014/main" id="{EDB7B32A-EE52-F621-444D-CBF00CE4B7FF}"/>
              </a:ext>
            </a:extLst>
          </p:cNvPr>
          <p:cNvGrpSpPr/>
          <p:nvPr/>
        </p:nvGrpSpPr>
        <p:grpSpPr>
          <a:xfrm>
            <a:off x="994935" y="6087076"/>
            <a:ext cx="924337" cy="403333"/>
            <a:chOff x="2262291" y="5685876"/>
            <a:chExt cx="924337" cy="403333"/>
          </a:xfrm>
        </p:grpSpPr>
        <p:pic>
          <p:nvPicPr>
            <p:cNvPr id="286" name="図 285" descr="アイコン&#10;&#10;AI によって生成されたコンテンツは間違っている可能性があります。">
              <a:extLst>
                <a:ext uri="{FF2B5EF4-FFF2-40B4-BE49-F238E27FC236}">
                  <a16:creationId xmlns:a16="http://schemas.microsoft.com/office/drawing/2014/main" id="{E43C2CF6-F3F7-4187-3B47-6DEB242D413C}"/>
                </a:ext>
              </a:extLst>
            </p:cNvPr>
            <p:cNvPicPr>
              <a:picLocks noChangeAspect="1"/>
            </p:cNvPicPr>
            <p:nvPr/>
          </p:nvPicPr>
          <p:blipFill>
            <a:blip r:embed="rId13">
              <a:extLst>
                <a:ext uri="{28A0092B-C50C-407E-A947-70E740481C1C}">
                  <a14:useLocalDpi xmlns:a14="http://schemas.microsoft.com/office/drawing/2010/main" val="0"/>
                </a:ext>
              </a:extLst>
            </a:blip>
            <a:srcRect l="10553" t="5709" r="9769" b="4466"/>
            <a:stretch/>
          </p:blipFill>
          <p:spPr>
            <a:xfrm>
              <a:off x="2262291" y="5685876"/>
              <a:ext cx="357774" cy="403333"/>
            </a:xfrm>
            <a:prstGeom prst="rect">
              <a:avLst/>
            </a:prstGeom>
          </p:spPr>
        </p:pic>
        <p:sp>
          <p:nvSpPr>
            <p:cNvPr id="287" name="テキスト ボックス 286">
              <a:extLst>
                <a:ext uri="{FF2B5EF4-FFF2-40B4-BE49-F238E27FC236}">
                  <a16:creationId xmlns:a16="http://schemas.microsoft.com/office/drawing/2014/main" id="{0F0CDAE9-C18C-EC7A-E9BB-31739A46AEF2}"/>
                </a:ext>
              </a:extLst>
            </p:cNvPr>
            <p:cNvSpPr txBox="1"/>
            <p:nvPr/>
          </p:nvSpPr>
          <p:spPr>
            <a:xfrm>
              <a:off x="2557071" y="5749042"/>
              <a:ext cx="629557" cy="276999"/>
            </a:xfrm>
            <a:prstGeom prst="rect">
              <a:avLst/>
            </a:prstGeom>
            <a:noFill/>
          </p:spPr>
          <p:txBody>
            <a:bodyPr wrap="square">
              <a:spAutoFit/>
            </a:bodyPr>
            <a:lstStyle/>
            <a:p>
              <a:r>
                <a:rPr lang="en-US" altLang="ja-JP" sz="1200" dirty="0"/>
                <a:t>:3000</a:t>
              </a:r>
              <a:endParaRPr lang="ja-JP" altLang="en-US" sz="1200" dirty="0"/>
            </a:p>
          </p:txBody>
        </p:sp>
      </p:grpSp>
      <p:grpSp>
        <p:nvGrpSpPr>
          <p:cNvPr id="242" name="グループ化 241">
            <a:extLst>
              <a:ext uri="{FF2B5EF4-FFF2-40B4-BE49-F238E27FC236}">
                <a16:creationId xmlns:a16="http://schemas.microsoft.com/office/drawing/2014/main" id="{581F1790-7DF2-5A90-771C-A2EEBDAC2135}"/>
              </a:ext>
            </a:extLst>
          </p:cNvPr>
          <p:cNvGrpSpPr/>
          <p:nvPr/>
        </p:nvGrpSpPr>
        <p:grpSpPr>
          <a:xfrm>
            <a:off x="987574" y="5648135"/>
            <a:ext cx="931698" cy="372497"/>
            <a:chOff x="2254930" y="5246935"/>
            <a:chExt cx="931698" cy="372497"/>
          </a:xfrm>
        </p:grpSpPr>
        <p:pic>
          <p:nvPicPr>
            <p:cNvPr id="284" name="グラフィックス 283">
              <a:extLst>
                <a:ext uri="{FF2B5EF4-FFF2-40B4-BE49-F238E27FC236}">
                  <a16:creationId xmlns:a16="http://schemas.microsoft.com/office/drawing/2014/main" id="{84C113F7-1A69-ACC6-B004-79E3F7131C6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254930" y="5246935"/>
              <a:ext cx="372497" cy="372497"/>
            </a:xfrm>
            <a:prstGeom prst="rect">
              <a:avLst/>
            </a:prstGeom>
          </p:spPr>
        </p:pic>
        <p:sp>
          <p:nvSpPr>
            <p:cNvPr id="285" name="テキスト ボックス 284">
              <a:extLst>
                <a:ext uri="{FF2B5EF4-FFF2-40B4-BE49-F238E27FC236}">
                  <a16:creationId xmlns:a16="http://schemas.microsoft.com/office/drawing/2014/main" id="{2FE14E6B-8B7F-DEEB-646C-E20770CB6AAD}"/>
                </a:ext>
              </a:extLst>
            </p:cNvPr>
            <p:cNvSpPr txBox="1"/>
            <p:nvPr/>
          </p:nvSpPr>
          <p:spPr>
            <a:xfrm>
              <a:off x="2557071" y="5306333"/>
              <a:ext cx="629557" cy="276999"/>
            </a:xfrm>
            <a:prstGeom prst="rect">
              <a:avLst/>
            </a:prstGeom>
            <a:noFill/>
          </p:spPr>
          <p:txBody>
            <a:bodyPr wrap="square">
              <a:spAutoFit/>
            </a:bodyPr>
            <a:lstStyle/>
            <a:p>
              <a:r>
                <a:rPr lang="en-US" altLang="ja-JP" sz="1200" dirty="0"/>
                <a:t>:8000</a:t>
              </a:r>
              <a:endParaRPr lang="ja-JP" altLang="en-US" sz="1200" dirty="0"/>
            </a:p>
          </p:txBody>
        </p:sp>
      </p:grpSp>
      <p:grpSp>
        <p:nvGrpSpPr>
          <p:cNvPr id="243" name="グループ化 242">
            <a:extLst>
              <a:ext uri="{FF2B5EF4-FFF2-40B4-BE49-F238E27FC236}">
                <a16:creationId xmlns:a16="http://schemas.microsoft.com/office/drawing/2014/main" id="{B8715241-AE78-EE31-DD44-ECF8F6ED3AAB}"/>
              </a:ext>
            </a:extLst>
          </p:cNvPr>
          <p:cNvGrpSpPr/>
          <p:nvPr/>
        </p:nvGrpSpPr>
        <p:grpSpPr>
          <a:xfrm>
            <a:off x="4599011" y="5692118"/>
            <a:ext cx="1211032" cy="802921"/>
            <a:chOff x="3129557" y="4452843"/>
            <a:chExt cx="1211032" cy="802921"/>
          </a:xfrm>
        </p:grpSpPr>
        <p:pic>
          <p:nvPicPr>
            <p:cNvPr id="282" name="Graphic 19" descr="Amazon EventBridge service icon.">
              <a:extLst>
                <a:ext uri="{FF2B5EF4-FFF2-40B4-BE49-F238E27FC236}">
                  <a16:creationId xmlns:a16="http://schemas.microsoft.com/office/drawing/2014/main" id="{86D262EE-6E4B-58F0-9985-59B100CF2FF3}"/>
                </a:ext>
              </a:extLst>
            </p:cNvPr>
            <p:cNvPicPr>
              <a:picLocks noChangeAspect="1" noChangeArrowheads="1"/>
            </p:cNvPicPr>
            <p:nvPr/>
          </p:nvPicPr>
          <p:blipFill>
            <a:blip r:embed="rId16">
              <a:extLst>
                <a:ext uri="{96DAC541-7B7A-43D3-8B79-37D633B846F1}">
                  <asvg:svgBlip xmlns:asvg="http://schemas.microsoft.com/office/drawing/2016/SVG/main" r:embed="rId17"/>
                </a:ext>
              </a:extLst>
            </a:blip>
            <a:srcRect/>
            <a:stretch/>
          </p:blipFill>
          <p:spPr bwMode="auto">
            <a:xfrm>
              <a:off x="3461744" y="4452843"/>
              <a:ext cx="538923" cy="5389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TextBox 11">
              <a:extLst>
                <a:ext uri="{FF2B5EF4-FFF2-40B4-BE49-F238E27FC236}">
                  <a16:creationId xmlns:a16="http://schemas.microsoft.com/office/drawing/2014/main" id="{7FA34BD1-4FD1-B202-335C-2B4D8328F049}"/>
                </a:ext>
              </a:extLst>
            </p:cNvPr>
            <p:cNvSpPr txBox="1">
              <a:spLocks noChangeArrowheads="1"/>
            </p:cNvSpPr>
            <p:nvPr/>
          </p:nvSpPr>
          <p:spPr bwMode="auto">
            <a:xfrm>
              <a:off x="3129557" y="4978765"/>
              <a:ext cx="12110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err="1">
                  <a:latin typeface="Arial" panose="020B0604020202020204" pitchFamily="34" charset="0"/>
                  <a:ea typeface="Amazon Ember" panose="020B0603020204020204" pitchFamily="34" charset="0"/>
                  <a:cs typeface="Arial" panose="020B0604020202020204" pitchFamily="34" charset="0"/>
                </a:rPr>
                <a:t>EventBridge</a:t>
              </a:r>
              <a:endParaRPr lang="en-US" altLang="en-US" sz="1200" dirty="0">
                <a:latin typeface="Arial" panose="020B0604020202020204" pitchFamily="34" charset="0"/>
                <a:ea typeface="Amazon Ember" panose="020B0603020204020204" pitchFamily="34" charset="0"/>
                <a:cs typeface="Arial" panose="020B0604020202020204" pitchFamily="34" charset="0"/>
              </a:endParaRPr>
            </a:p>
          </p:txBody>
        </p:sp>
      </p:grpSp>
      <p:grpSp>
        <p:nvGrpSpPr>
          <p:cNvPr id="244" name="グループ化 243">
            <a:extLst>
              <a:ext uri="{FF2B5EF4-FFF2-40B4-BE49-F238E27FC236}">
                <a16:creationId xmlns:a16="http://schemas.microsoft.com/office/drawing/2014/main" id="{37A96AB5-BA0C-A0CF-805F-1900965E07FD}"/>
              </a:ext>
            </a:extLst>
          </p:cNvPr>
          <p:cNvGrpSpPr/>
          <p:nvPr/>
        </p:nvGrpSpPr>
        <p:grpSpPr>
          <a:xfrm>
            <a:off x="4494644" y="2647229"/>
            <a:ext cx="1410825" cy="998159"/>
            <a:chOff x="2368342" y="1184275"/>
            <a:chExt cx="2003841" cy="1417718"/>
          </a:xfrm>
        </p:grpSpPr>
        <p:pic>
          <p:nvPicPr>
            <p:cNvPr id="280" name="Graphic 7" descr="Amazon API Gateway service icon.">
              <a:extLst>
                <a:ext uri="{FF2B5EF4-FFF2-40B4-BE49-F238E27FC236}">
                  <a16:creationId xmlns:a16="http://schemas.microsoft.com/office/drawing/2014/main" id="{2C7E818A-7C65-F2B4-AA18-7694D03BF509}"/>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2989264" y="1184275"/>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1" name="TextBox 9">
              <a:extLst>
                <a:ext uri="{FF2B5EF4-FFF2-40B4-BE49-F238E27FC236}">
                  <a16:creationId xmlns:a16="http://schemas.microsoft.com/office/drawing/2014/main" id="{0A7BF4D9-D0F8-6664-9FFF-4D59C60E6410}"/>
                </a:ext>
              </a:extLst>
            </p:cNvPr>
            <p:cNvSpPr txBox="1">
              <a:spLocks noChangeArrowheads="1"/>
            </p:cNvSpPr>
            <p:nvPr/>
          </p:nvSpPr>
          <p:spPr bwMode="auto">
            <a:xfrm>
              <a:off x="2368342" y="1946275"/>
              <a:ext cx="2003841" cy="655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API Gateway</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(WebSocket)</a:t>
              </a:r>
            </a:p>
          </p:txBody>
        </p:sp>
      </p:grpSp>
      <p:sp>
        <p:nvSpPr>
          <p:cNvPr id="277" name="TextBox 12">
            <a:extLst>
              <a:ext uri="{FF2B5EF4-FFF2-40B4-BE49-F238E27FC236}">
                <a16:creationId xmlns:a16="http://schemas.microsoft.com/office/drawing/2014/main" id="{A620AAAC-C3B8-3911-5D5E-0F1D9957C5BB}"/>
              </a:ext>
            </a:extLst>
          </p:cNvPr>
          <p:cNvSpPr txBox="1">
            <a:spLocks noChangeArrowheads="1"/>
          </p:cNvSpPr>
          <p:nvPr/>
        </p:nvSpPr>
        <p:spPr bwMode="auto">
          <a:xfrm>
            <a:off x="650867" y="3178518"/>
            <a:ext cx="16050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Raspberry Pi 5</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(172.16.15.7)</a:t>
            </a:r>
          </a:p>
        </p:txBody>
      </p:sp>
      <p:sp>
        <p:nvSpPr>
          <p:cNvPr id="251" name="Rectangle 103" descr="Generic group dashed.">
            <a:extLst>
              <a:ext uri="{FF2B5EF4-FFF2-40B4-BE49-F238E27FC236}">
                <a16:creationId xmlns:a16="http://schemas.microsoft.com/office/drawing/2014/main" id="{B98AB8E3-6726-F581-9841-8BAB24A6ED1C}"/>
              </a:ext>
            </a:extLst>
          </p:cNvPr>
          <p:cNvSpPr/>
          <p:nvPr/>
        </p:nvSpPr>
        <p:spPr>
          <a:xfrm>
            <a:off x="3400685" y="4158038"/>
            <a:ext cx="3541821" cy="1348227"/>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grpSp>
        <p:nvGrpSpPr>
          <p:cNvPr id="253" name="グループ化 252">
            <a:extLst>
              <a:ext uri="{FF2B5EF4-FFF2-40B4-BE49-F238E27FC236}">
                <a16:creationId xmlns:a16="http://schemas.microsoft.com/office/drawing/2014/main" id="{C591E6A5-ADA3-F58A-B715-0675363734EC}"/>
              </a:ext>
            </a:extLst>
          </p:cNvPr>
          <p:cNvGrpSpPr/>
          <p:nvPr/>
        </p:nvGrpSpPr>
        <p:grpSpPr>
          <a:xfrm>
            <a:off x="3661292" y="2645272"/>
            <a:ext cx="730725" cy="813493"/>
            <a:chOff x="3005693" y="1391828"/>
            <a:chExt cx="730725" cy="813493"/>
          </a:xfrm>
        </p:grpSpPr>
        <p:pic>
          <p:nvPicPr>
            <p:cNvPr id="274" name="Graphic 10" descr="AWS Amplify service icon.">
              <a:extLst>
                <a:ext uri="{FF2B5EF4-FFF2-40B4-BE49-F238E27FC236}">
                  <a16:creationId xmlns:a16="http://schemas.microsoft.com/office/drawing/2014/main" id="{F07D5A4B-1257-E64D-776A-1541F26E3852}"/>
                </a:ext>
              </a:extLst>
            </p:cNvPr>
            <p:cNvPicPr>
              <a:picLocks noChangeAspect="1" noChangeArrowheads="1"/>
            </p:cNvPicPr>
            <p:nvPr/>
          </p:nvPicPr>
          <p:blipFill>
            <a:blip r:embed="rId18">
              <a:extLst>
                <a:ext uri="{96DAC541-7B7A-43D3-8B79-37D633B846F1}">
                  <asvg:svgBlip xmlns:asvg="http://schemas.microsoft.com/office/drawing/2016/SVG/main" r:embed="rId19"/>
                </a:ext>
              </a:extLst>
            </a:blip>
            <a:srcRect/>
            <a:stretch/>
          </p:blipFill>
          <p:spPr bwMode="auto">
            <a:xfrm>
              <a:off x="3102809" y="1391828"/>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TextBox 6">
              <a:extLst>
                <a:ext uri="{FF2B5EF4-FFF2-40B4-BE49-F238E27FC236}">
                  <a16:creationId xmlns:a16="http://schemas.microsoft.com/office/drawing/2014/main" id="{AAF2F866-AD89-DB71-AC69-472D0AE73DA1}"/>
                </a:ext>
              </a:extLst>
            </p:cNvPr>
            <p:cNvSpPr txBox="1">
              <a:spLocks noChangeArrowheads="1"/>
            </p:cNvSpPr>
            <p:nvPr/>
          </p:nvSpPr>
          <p:spPr bwMode="auto">
            <a:xfrm>
              <a:off x="3005693" y="1928322"/>
              <a:ext cx="7307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Amplify</a:t>
              </a:r>
            </a:p>
          </p:txBody>
        </p:sp>
      </p:grpSp>
      <p:grpSp>
        <p:nvGrpSpPr>
          <p:cNvPr id="261" name="グループ化 260">
            <a:extLst>
              <a:ext uri="{FF2B5EF4-FFF2-40B4-BE49-F238E27FC236}">
                <a16:creationId xmlns:a16="http://schemas.microsoft.com/office/drawing/2014/main" id="{9B8E3B1A-FFD0-0DAD-D0CA-4AEE8EE9ABF3}"/>
              </a:ext>
            </a:extLst>
          </p:cNvPr>
          <p:cNvGrpSpPr/>
          <p:nvPr/>
        </p:nvGrpSpPr>
        <p:grpSpPr>
          <a:xfrm>
            <a:off x="2589468" y="5683375"/>
            <a:ext cx="1020292" cy="992557"/>
            <a:chOff x="3864463" y="3839626"/>
            <a:chExt cx="1020292" cy="992557"/>
          </a:xfrm>
        </p:grpSpPr>
        <p:pic>
          <p:nvPicPr>
            <p:cNvPr id="272" name="Graphic 17" descr="Amazon Cognito service icon.">
              <a:extLst>
                <a:ext uri="{FF2B5EF4-FFF2-40B4-BE49-F238E27FC236}">
                  <a16:creationId xmlns:a16="http://schemas.microsoft.com/office/drawing/2014/main" id="{1C3C9DAB-EA9A-94A3-411B-0C59073A4A05}"/>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3" name="TextBox 11">
              <a:extLst>
                <a:ext uri="{FF2B5EF4-FFF2-40B4-BE49-F238E27FC236}">
                  <a16:creationId xmlns:a16="http://schemas.microsoft.com/office/drawing/2014/main" id="{E90A919D-0D95-D98B-B884-82F8879FEA6D}"/>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a:t>
              </a:r>
            </a:p>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(ID Pool)</a:t>
              </a:r>
            </a:p>
          </p:txBody>
        </p:sp>
      </p:grpSp>
      <p:cxnSp>
        <p:nvCxnSpPr>
          <p:cNvPr id="263" name="Elbow Connector 22" descr="Elbow horizontal arrow pointing right (1).">
            <a:extLst>
              <a:ext uri="{FF2B5EF4-FFF2-40B4-BE49-F238E27FC236}">
                <a16:creationId xmlns:a16="http://schemas.microsoft.com/office/drawing/2014/main" id="{3A76F2C6-8BA0-41F2-C95D-1F3365E963CB}"/>
              </a:ext>
            </a:extLst>
          </p:cNvPr>
          <p:cNvCxnSpPr>
            <a:cxnSpLocks/>
            <a:stCxn id="272" idx="0"/>
          </p:cNvCxnSpPr>
          <p:nvPr/>
        </p:nvCxnSpPr>
        <p:spPr>
          <a:xfrm rot="16200000" flipV="1">
            <a:off x="1974111" y="4557872"/>
            <a:ext cx="866319" cy="1384688"/>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264" name="Graphic 86" descr="Temporary security credential resource icon for the IAM service.">
            <a:extLst>
              <a:ext uri="{FF2B5EF4-FFF2-40B4-BE49-F238E27FC236}">
                <a16:creationId xmlns:a16="http://schemas.microsoft.com/office/drawing/2014/main" id="{7147E7F8-990B-0A60-8BDD-112AB45F7F7A}"/>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607487" y="5053261"/>
            <a:ext cx="416212" cy="416212"/>
          </a:xfrm>
          <a:prstGeom prst="rect">
            <a:avLst/>
          </a:prstGeom>
        </p:spPr>
      </p:pic>
      <p:grpSp>
        <p:nvGrpSpPr>
          <p:cNvPr id="265" name="グループ化 264">
            <a:extLst>
              <a:ext uri="{FF2B5EF4-FFF2-40B4-BE49-F238E27FC236}">
                <a16:creationId xmlns:a16="http://schemas.microsoft.com/office/drawing/2014/main" id="{5F54B292-2D67-2C97-7125-2B64CB2C1B70}"/>
              </a:ext>
            </a:extLst>
          </p:cNvPr>
          <p:cNvGrpSpPr/>
          <p:nvPr/>
        </p:nvGrpSpPr>
        <p:grpSpPr>
          <a:xfrm>
            <a:off x="4689910" y="1644835"/>
            <a:ext cx="1020292" cy="992557"/>
            <a:chOff x="3864463" y="3839626"/>
            <a:chExt cx="1020292" cy="992557"/>
          </a:xfrm>
        </p:grpSpPr>
        <p:pic>
          <p:nvPicPr>
            <p:cNvPr id="270" name="Graphic 17" descr="Amazon Cognito service icon.">
              <a:extLst>
                <a:ext uri="{FF2B5EF4-FFF2-40B4-BE49-F238E27FC236}">
                  <a16:creationId xmlns:a16="http://schemas.microsoft.com/office/drawing/2014/main" id="{152BE2B1-3C0E-AA72-7C6E-4955C7299DC3}"/>
                </a:ext>
              </a:extLst>
            </p:cNvPr>
            <p:cNvPicPr>
              <a:picLocks noChangeAspect="1" noChangeArrowheads="1"/>
            </p:cNvPicPr>
            <p:nvPr/>
          </p:nvPicPr>
          <p:blipFill>
            <a:blip r:embed="rId20">
              <a:extLst>
                <a:ext uri="{96DAC541-7B7A-43D3-8B79-37D633B846F1}">
                  <asvg:svgBlip xmlns:asvg="http://schemas.microsoft.com/office/drawing/2016/SVG/main" r:embed="rId21"/>
                </a:ext>
              </a:extLst>
            </a:blip>
            <a:srcRect/>
            <a:stretch/>
          </p:blipFill>
          <p:spPr bwMode="auto">
            <a:xfrm>
              <a:off x="4106362" y="3839626"/>
              <a:ext cx="536494" cy="536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 name="TextBox 11">
              <a:extLst>
                <a:ext uri="{FF2B5EF4-FFF2-40B4-BE49-F238E27FC236}">
                  <a16:creationId xmlns:a16="http://schemas.microsoft.com/office/drawing/2014/main" id="{5E18C5F6-12A7-7BA8-F4D2-B8EA3778809D}"/>
                </a:ext>
              </a:extLst>
            </p:cNvPr>
            <p:cNvSpPr txBox="1">
              <a:spLocks noChangeArrowheads="1"/>
            </p:cNvSpPr>
            <p:nvPr/>
          </p:nvSpPr>
          <p:spPr bwMode="auto">
            <a:xfrm>
              <a:off x="3864463" y="4370518"/>
              <a:ext cx="10202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Cognito (User Pool)</a:t>
              </a:r>
            </a:p>
          </p:txBody>
        </p:sp>
      </p:grpSp>
      <p:grpSp>
        <p:nvGrpSpPr>
          <p:cNvPr id="267" name="Group 1" descr="AWS Cloud group with AWS logo.">
            <a:extLst>
              <a:ext uri="{FF2B5EF4-FFF2-40B4-BE49-F238E27FC236}">
                <a16:creationId xmlns:a16="http://schemas.microsoft.com/office/drawing/2014/main" id="{98BAD96E-4012-AFC3-6CF0-0D8A591FD276}"/>
              </a:ext>
            </a:extLst>
          </p:cNvPr>
          <p:cNvGrpSpPr/>
          <p:nvPr/>
        </p:nvGrpSpPr>
        <p:grpSpPr>
          <a:xfrm>
            <a:off x="2472231" y="926869"/>
            <a:ext cx="5699967" cy="5828334"/>
            <a:chOff x="355598" y="689579"/>
            <a:chExt cx="5699967" cy="3747374"/>
          </a:xfrm>
        </p:grpSpPr>
        <p:sp>
          <p:nvSpPr>
            <p:cNvPr id="268" name="Rectangle 54">
              <a:extLst>
                <a:ext uri="{FF2B5EF4-FFF2-40B4-BE49-F238E27FC236}">
                  <a16:creationId xmlns:a16="http://schemas.microsoft.com/office/drawing/2014/main" id="{7558D158-A246-F254-ACB9-069C7A91AB27}"/>
                </a:ext>
              </a:extLst>
            </p:cNvPr>
            <p:cNvSpPr/>
            <p:nvPr/>
          </p:nvSpPr>
          <p:spPr>
            <a:xfrm>
              <a:off x="355598" y="689579"/>
              <a:ext cx="5699967" cy="3747374"/>
            </a:xfrm>
            <a:prstGeom prst="rect">
              <a:avLst/>
            </a:pr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eaLnBrk="1" fontAlgn="auto" hangingPunct="1">
                <a:spcBef>
                  <a:spcPts val="0"/>
                </a:spcBef>
                <a:spcAft>
                  <a:spcPts val="0"/>
                </a:spcAft>
                <a:defRPr/>
              </a:pPr>
              <a:r>
                <a:rPr lang="en-US" sz="1200" dirty="0">
                  <a:solidFill>
                    <a:schemeClr val="tx1"/>
                  </a:solidFill>
                  <a:latin typeface="Arial" panose="020B0604020202020204" pitchFamily="34" charset="0"/>
                  <a:cs typeface="Arial" panose="020B0604020202020204" pitchFamily="34" charset="0"/>
                </a:rPr>
                <a:t>AWS Cloud</a:t>
              </a:r>
            </a:p>
          </p:txBody>
        </p:sp>
        <p:pic>
          <p:nvPicPr>
            <p:cNvPr id="269" name="Graphic 55" descr="AWS Cloud group icon with AWS logo.">
              <a:extLst>
                <a:ext uri="{FF2B5EF4-FFF2-40B4-BE49-F238E27FC236}">
                  <a16:creationId xmlns:a16="http://schemas.microsoft.com/office/drawing/2014/main" id="{ECD7309F-6469-5F66-B789-FDAE99BBE32C}"/>
                </a:ext>
              </a:extLst>
            </p:cNvPr>
            <p:cNvPicPr>
              <a:picLocks noChangeAspect="1"/>
            </p:cNvPicPr>
            <p:nvPr/>
          </p:nvPicPr>
          <p:blipFill>
            <a:blip r:embed="rId24">
              <a:extLst>
                <a:ext uri="{96DAC541-7B7A-43D3-8B79-37D633B846F1}">
                  <asvg:svgBlip xmlns:asvg="http://schemas.microsoft.com/office/drawing/2016/SVG/main" r:embed="rId25"/>
                </a:ext>
              </a:extLst>
            </a:blip>
            <a:srcRect/>
            <a:stretch/>
          </p:blipFill>
          <p:spPr>
            <a:xfrm>
              <a:off x="355598" y="695923"/>
              <a:ext cx="419750" cy="287318"/>
            </a:xfrm>
            <a:prstGeom prst="rect">
              <a:avLst/>
            </a:prstGeom>
          </p:spPr>
        </p:pic>
      </p:grpSp>
      <p:sp>
        <p:nvSpPr>
          <p:cNvPr id="228" name="Rectangle 103" descr="Generic group dashed.">
            <a:extLst>
              <a:ext uri="{FF2B5EF4-FFF2-40B4-BE49-F238E27FC236}">
                <a16:creationId xmlns:a16="http://schemas.microsoft.com/office/drawing/2014/main" id="{E958D70F-E8E1-3871-30CF-F61BF23928BD}"/>
              </a:ext>
            </a:extLst>
          </p:cNvPr>
          <p:cNvSpPr/>
          <p:nvPr/>
        </p:nvSpPr>
        <p:spPr>
          <a:xfrm>
            <a:off x="-365819" y="2075537"/>
            <a:ext cx="2621698" cy="1720079"/>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教員部屋（</a:t>
            </a:r>
            <a:r>
              <a:rPr lang="en-US" altLang="ja-JP" sz="1200" dirty="0">
                <a:solidFill>
                  <a:schemeClr val="tx1"/>
                </a:solidFill>
                <a:latin typeface="Arial" panose="020B0604020202020204" pitchFamily="34" charset="0"/>
                <a:cs typeface="Arial" panose="020B0604020202020204" pitchFamily="34" charset="0"/>
              </a:rPr>
              <a:t>J1404</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2" name="グラフィックス 301">
            <a:extLst>
              <a:ext uri="{FF2B5EF4-FFF2-40B4-BE49-F238E27FC236}">
                <a16:creationId xmlns:a16="http://schemas.microsoft.com/office/drawing/2014/main" id="{1CAC9B29-1D01-1009-CF65-767A73952390}"/>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a:off x="-26345" y="2508789"/>
            <a:ext cx="580096" cy="801769"/>
          </a:xfrm>
          <a:prstGeom prst="rect">
            <a:avLst/>
          </a:prstGeom>
        </p:spPr>
      </p:pic>
      <p:cxnSp>
        <p:nvCxnSpPr>
          <p:cNvPr id="303" name="Straight Arrow Connector 100">
            <a:extLst>
              <a:ext uri="{FF2B5EF4-FFF2-40B4-BE49-F238E27FC236}">
                <a16:creationId xmlns:a16="http://schemas.microsoft.com/office/drawing/2014/main" id="{B05EC30C-9F8C-9CE9-786E-BE933CFF7842}"/>
              </a:ext>
            </a:extLst>
          </p:cNvPr>
          <p:cNvCxnSpPr>
            <a:cxnSpLocks/>
            <a:stCxn id="302" idx="3"/>
          </p:cNvCxnSpPr>
          <p:nvPr/>
        </p:nvCxnSpPr>
        <p:spPr>
          <a:xfrm>
            <a:off x="553751" y="2909674"/>
            <a:ext cx="631375" cy="597"/>
          </a:xfrm>
          <a:prstGeom prst="straightConnector1">
            <a:avLst/>
          </a:prstGeom>
          <a:ln w="19050">
            <a:solidFill>
              <a:schemeClr val="tx1"/>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sp>
        <p:nvSpPr>
          <p:cNvPr id="306" name="Rectangle 103" descr="Generic group dashed.">
            <a:extLst>
              <a:ext uri="{FF2B5EF4-FFF2-40B4-BE49-F238E27FC236}">
                <a16:creationId xmlns:a16="http://schemas.microsoft.com/office/drawing/2014/main" id="{0162F77B-4B85-2688-2370-D7046C14CDF9}"/>
              </a:ext>
            </a:extLst>
          </p:cNvPr>
          <p:cNvSpPr/>
          <p:nvPr/>
        </p:nvSpPr>
        <p:spPr>
          <a:xfrm>
            <a:off x="-365819" y="3933107"/>
            <a:ext cx="2615365" cy="2822096"/>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a:defRPr/>
            </a:pPr>
            <a:r>
              <a:rPr lang="ja-JP" altLang="en-US" sz="1200" dirty="0">
                <a:solidFill>
                  <a:schemeClr val="tx1"/>
                </a:solidFill>
                <a:latin typeface="Arial" panose="020B0604020202020204" pitchFamily="34" charset="0"/>
                <a:cs typeface="Arial" panose="020B0604020202020204" pitchFamily="34" charset="0"/>
              </a:rPr>
              <a:t>学生部屋（</a:t>
            </a:r>
            <a:r>
              <a:rPr lang="en-US" altLang="ja-JP" sz="1200" dirty="0">
                <a:solidFill>
                  <a:schemeClr val="tx1"/>
                </a:solidFill>
                <a:latin typeface="Arial" panose="020B0604020202020204" pitchFamily="34" charset="0"/>
                <a:cs typeface="Arial" panose="020B0604020202020204" pitchFamily="34" charset="0"/>
              </a:rPr>
              <a:t>J1401</a:t>
            </a:r>
            <a:r>
              <a:rPr lang="ja-JP" altLang="en-US" sz="1200" dirty="0">
                <a:solidFill>
                  <a:schemeClr val="tx1"/>
                </a:solidFill>
                <a:latin typeface="Arial" panose="020B0604020202020204" pitchFamily="34" charset="0"/>
                <a:cs typeface="Arial" panose="020B0604020202020204" pitchFamily="34" charset="0"/>
              </a:rPr>
              <a:t>）</a:t>
            </a:r>
            <a:endParaRPr lang="en-US" sz="1200" dirty="0">
              <a:solidFill>
                <a:schemeClr val="tx1"/>
              </a:solidFill>
              <a:latin typeface="Arial" panose="020B0604020202020204" pitchFamily="34" charset="0"/>
              <a:cs typeface="Arial" panose="020B0604020202020204" pitchFamily="34" charset="0"/>
            </a:endParaRPr>
          </a:p>
        </p:txBody>
      </p:sp>
      <p:pic>
        <p:nvPicPr>
          <p:cNvPr id="307" name="グラフィックス 306">
            <a:extLst>
              <a:ext uri="{FF2B5EF4-FFF2-40B4-BE49-F238E27FC236}">
                <a16:creationId xmlns:a16="http://schemas.microsoft.com/office/drawing/2014/main" id="{407621FD-9BAA-CDE8-5A94-4055511D4E2F}"/>
              </a:ext>
            </a:extLst>
          </p:cNvPr>
          <p:cNvPicPr>
            <a:picLocks noChangeAspect="1"/>
          </p:cNvPicPr>
          <p:nvPr/>
        </p:nvPicPr>
        <p:blipFill>
          <a:blip r:embed="rId26">
            <a:grayscl/>
            <a:extLst>
              <a:ext uri="{96DAC541-7B7A-43D3-8B79-37D633B846F1}">
                <asvg:svgBlip xmlns:asvg="http://schemas.microsoft.com/office/drawing/2016/SVG/main" r:embed="rId27"/>
              </a:ext>
            </a:extLst>
          </a:blip>
          <a:srcRect l="25148" t="16203" r="25948" b="16205"/>
          <a:stretch/>
        </p:blipFill>
        <p:spPr>
          <a:xfrm rot="16200000">
            <a:off x="-13946" y="5874413"/>
            <a:ext cx="599552" cy="828660"/>
          </a:xfrm>
          <a:prstGeom prst="rect">
            <a:avLst/>
          </a:prstGeom>
        </p:spPr>
      </p:pic>
      <p:cxnSp>
        <p:nvCxnSpPr>
          <p:cNvPr id="329" name="Straight Arrow Connector 52" descr="Double pointing horizontal arrow.">
            <a:extLst>
              <a:ext uri="{FF2B5EF4-FFF2-40B4-BE49-F238E27FC236}">
                <a16:creationId xmlns:a16="http://schemas.microsoft.com/office/drawing/2014/main" id="{94FE2D40-A79C-7A59-B125-AE4931273856}"/>
              </a:ext>
            </a:extLst>
          </p:cNvPr>
          <p:cNvCxnSpPr>
            <a:cxnSpLocks/>
            <a:stCxn id="290" idx="0"/>
            <a:endCxn id="297" idx="2"/>
          </p:cNvCxnSpPr>
          <p:nvPr/>
        </p:nvCxnSpPr>
        <p:spPr>
          <a:xfrm flipH="1" flipV="1">
            <a:off x="4024870" y="5380852"/>
            <a:ext cx="3010" cy="315777"/>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35" name="Straight Arrow Connector 52" descr="Double pointing horizontal arrow.">
            <a:extLst>
              <a:ext uri="{FF2B5EF4-FFF2-40B4-BE49-F238E27FC236}">
                <a16:creationId xmlns:a16="http://schemas.microsoft.com/office/drawing/2014/main" id="{1B785497-3F1F-2EFE-2887-ADBF5488DEE6}"/>
              </a:ext>
            </a:extLst>
          </p:cNvPr>
          <p:cNvCxnSpPr>
            <a:cxnSpLocks/>
            <a:stCxn id="282" idx="0"/>
            <a:endCxn id="295" idx="2"/>
          </p:cNvCxnSpPr>
          <p:nvPr/>
        </p:nvCxnSpPr>
        <p:spPr>
          <a:xfrm flipV="1">
            <a:off x="5200660" y="5195318"/>
            <a:ext cx="3868" cy="49680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41" name="Straight Arrow Connector 52" descr="Double pointing horizontal arrow.">
            <a:extLst>
              <a:ext uri="{FF2B5EF4-FFF2-40B4-BE49-F238E27FC236}">
                <a16:creationId xmlns:a16="http://schemas.microsoft.com/office/drawing/2014/main" id="{A94C8DD0-3E2F-3F92-8D7B-8C666623FC03}"/>
              </a:ext>
            </a:extLst>
          </p:cNvPr>
          <p:cNvCxnSpPr>
            <a:cxnSpLocks/>
            <a:stCxn id="274" idx="3"/>
            <a:endCxn id="280" idx="1"/>
          </p:cNvCxnSpPr>
          <p:nvPr/>
        </p:nvCxnSpPr>
        <p:spPr>
          <a:xfrm>
            <a:off x="4294902" y="2913519"/>
            <a:ext cx="636909" cy="195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45" name="グループ化 344">
            <a:extLst>
              <a:ext uri="{FF2B5EF4-FFF2-40B4-BE49-F238E27FC236}">
                <a16:creationId xmlns:a16="http://schemas.microsoft.com/office/drawing/2014/main" id="{DDD93199-0393-A6A0-B978-F49A476E7AD6}"/>
              </a:ext>
            </a:extLst>
          </p:cNvPr>
          <p:cNvGrpSpPr/>
          <p:nvPr/>
        </p:nvGrpSpPr>
        <p:grpSpPr>
          <a:xfrm>
            <a:off x="5966781" y="2645832"/>
            <a:ext cx="820861" cy="812933"/>
            <a:chOff x="5051089" y="1185069"/>
            <a:chExt cx="1165896" cy="1154637"/>
          </a:xfrm>
        </p:grpSpPr>
        <p:pic>
          <p:nvPicPr>
            <p:cNvPr id="346" name="Graphic 10" descr="AWS Lambda service icon.">
              <a:extLst>
                <a:ext uri="{FF2B5EF4-FFF2-40B4-BE49-F238E27FC236}">
                  <a16:creationId xmlns:a16="http://schemas.microsoft.com/office/drawing/2014/main" id="{802B3B02-4D0B-B20F-C150-6D9D3EF2A351}"/>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7" name="TextBox 20">
              <a:extLst>
                <a:ext uri="{FF2B5EF4-FFF2-40B4-BE49-F238E27FC236}">
                  <a16:creationId xmlns:a16="http://schemas.microsoft.com/office/drawing/2014/main" id="{A3A47909-E1A4-B871-4D67-1299ECCDDE95}"/>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348" name="Straight Arrow Connector 52" descr="Double pointing horizontal arrow.">
            <a:extLst>
              <a:ext uri="{FF2B5EF4-FFF2-40B4-BE49-F238E27FC236}">
                <a16:creationId xmlns:a16="http://schemas.microsoft.com/office/drawing/2014/main" id="{57D8AD9C-015B-05AB-D84A-33EC102D7E11}"/>
              </a:ext>
            </a:extLst>
          </p:cNvPr>
          <p:cNvCxnSpPr>
            <a:cxnSpLocks/>
            <a:stCxn id="280" idx="3"/>
            <a:endCxn id="346" idx="1"/>
          </p:cNvCxnSpPr>
          <p:nvPr/>
        </p:nvCxnSpPr>
        <p:spPr>
          <a:xfrm flipV="1">
            <a:off x="5468305" y="2914079"/>
            <a:ext cx="636189" cy="1397"/>
          </a:xfrm>
          <a:prstGeom prst="straightConnector1">
            <a:avLst/>
          </a:prstGeom>
          <a:ln w="158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grpSp>
        <p:nvGrpSpPr>
          <p:cNvPr id="361" name="グループ化 360">
            <a:extLst>
              <a:ext uri="{FF2B5EF4-FFF2-40B4-BE49-F238E27FC236}">
                <a16:creationId xmlns:a16="http://schemas.microsoft.com/office/drawing/2014/main" id="{267C532E-391F-318B-CB94-0893F882275B}"/>
              </a:ext>
            </a:extLst>
          </p:cNvPr>
          <p:cNvGrpSpPr/>
          <p:nvPr/>
        </p:nvGrpSpPr>
        <p:grpSpPr>
          <a:xfrm>
            <a:off x="6341556" y="3458765"/>
            <a:ext cx="71896" cy="901612"/>
            <a:chOff x="6937330" y="3141097"/>
            <a:chExt cx="71896" cy="901612"/>
          </a:xfrm>
        </p:grpSpPr>
        <p:cxnSp>
          <p:nvCxnSpPr>
            <p:cNvPr id="354" name="Straight Arrow Connector 52" descr="Double pointing horizontal arrow.">
              <a:extLst>
                <a:ext uri="{FF2B5EF4-FFF2-40B4-BE49-F238E27FC236}">
                  <a16:creationId xmlns:a16="http://schemas.microsoft.com/office/drawing/2014/main" id="{52D0EE16-6E77-8272-FCB9-49F45DA0DC73}"/>
                </a:ext>
              </a:extLst>
            </p:cNvPr>
            <p:cNvCxnSpPr>
              <a:cxnSpLocks/>
              <a:stCxn id="360" idx="0"/>
              <a:endCxn id="347" idx="2"/>
            </p:cNvCxnSpPr>
            <p:nvPr/>
          </p:nvCxnSpPr>
          <p:spPr>
            <a:xfrm flipH="1" flipV="1">
              <a:off x="6972986" y="3141097"/>
              <a:ext cx="292" cy="829716"/>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60" name="楕円 359">
              <a:extLst>
                <a:ext uri="{FF2B5EF4-FFF2-40B4-BE49-F238E27FC236}">
                  <a16:creationId xmlns:a16="http://schemas.microsoft.com/office/drawing/2014/main" id="{D16BDE18-8A06-B57B-4762-A3518F531355}"/>
                </a:ext>
              </a:extLst>
            </p:cNvPr>
            <p:cNvSpPr/>
            <p:nvPr/>
          </p:nvSpPr>
          <p:spPr>
            <a:xfrm>
              <a:off x="6937330" y="3970813"/>
              <a:ext cx="71896" cy="7189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62" name="TextBox 9">
            <a:extLst>
              <a:ext uri="{FF2B5EF4-FFF2-40B4-BE49-F238E27FC236}">
                <a16:creationId xmlns:a16="http://schemas.microsoft.com/office/drawing/2014/main" id="{3F0C70A6-4005-AECC-55F8-0685BCD70D14}"/>
              </a:ext>
            </a:extLst>
          </p:cNvPr>
          <p:cNvSpPr txBox="1">
            <a:spLocks noChangeArrowheads="1"/>
          </p:cNvSpPr>
          <p:nvPr/>
        </p:nvSpPr>
        <p:spPr bwMode="auto">
          <a:xfrm>
            <a:off x="6329508" y="3789686"/>
            <a:ext cx="762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Stream</a:t>
            </a:r>
          </a:p>
        </p:txBody>
      </p:sp>
      <p:cxnSp>
        <p:nvCxnSpPr>
          <p:cNvPr id="369" name="Straight Arrow Connector 52" descr="Double pointing horizontal arrow.">
            <a:extLst>
              <a:ext uri="{FF2B5EF4-FFF2-40B4-BE49-F238E27FC236}">
                <a16:creationId xmlns:a16="http://schemas.microsoft.com/office/drawing/2014/main" id="{24D7A225-87DC-5112-E071-AB635A169657}"/>
              </a:ext>
            </a:extLst>
          </p:cNvPr>
          <p:cNvCxnSpPr>
            <a:cxnSpLocks/>
            <a:stCxn id="274" idx="1"/>
          </p:cNvCxnSpPr>
          <p:nvPr/>
        </p:nvCxnSpPr>
        <p:spPr>
          <a:xfrm flipH="1" flipV="1">
            <a:off x="1721620" y="2910271"/>
            <a:ext cx="2036788" cy="324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72" name="Straight Arrow Connector 52" descr="Double pointing horizontal arrow.">
            <a:extLst>
              <a:ext uri="{FF2B5EF4-FFF2-40B4-BE49-F238E27FC236}">
                <a16:creationId xmlns:a16="http://schemas.microsoft.com/office/drawing/2014/main" id="{CC914FF9-7AA9-6D32-910A-FC0DA4A8965D}"/>
              </a:ext>
            </a:extLst>
          </p:cNvPr>
          <p:cNvCxnSpPr>
            <a:cxnSpLocks/>
            <a:stCxn id="286" idx="1"/>
            <a:endCxn id="307" idx="2"/>
          </p:cNvCxnSpPr>
          <p:nvPr/>
        </p:nvCxnSpPr>
        <p:spPr>
          <a:xfrm flipH="1">
            <a:off x="700160" y="6288743"/>
            <a:ext cx="294775" cy="0"/>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380" name="Rectangle 103" descr="Generic group dashed.">
            <a:extLst>
              <a:ext uri="{FF2B5EF4-FFF2-40B4-BE49-F238E27FC236}">
                <a16:creationId xmlns:a16="http://schemas.microsoft.com/office/drawing/2014/main" id="{1BB28FA8-E344-4F37-F092-44CFAB34DFA3}"/>
              </a:ext>
            </a:extLst>
          </p:cNvPr>
          <p:cNvSpPr/>
          <p:nvPr/>
        </p:nvSpPr>
        <p:spPr>
          <a:xfrm>
            <a:off x="3400685" y="1552760"/>
            <a:ext cx="3541821" cy="2158934"/>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tx1"/>
              </a:solidFill>
              <a:latin typeface="Arial" panose="020B0604020202020204" pitchFamily="34" charset="0"/>
              <a:cs typeface="Arial" panose="020B0604020202020204" pitchFamily="34" charset="0"/>
            </a:endParaRPr>
          </a:p>
        </p:txBody>
      </p:sp>
      <p:sp>
        <p:nvSpPr>
          <p:cNvPr id="256" name="テキスト ボックス 255">
            <a:extLst>
              <a:ext uri="{FF2B5EF4-FFF2-40B4-BE49-F238E27FC236}">
                <a16:creationId xmlns:a16="http://schemas.microsoft.com/office/drawing/2014/main" id="{86042DF5-FEAE-EE63-F96D-703D104C31F5}"/>
              </a:ext>
            </a:extLst>
          </p:cNvPr>
          <p:cNvSpPr txBox="1"/>
          <p:nvPr/>
        </p:nvSpPr>
        <p:spPr>
          <a:xfrm>
            <a:off x="3299398" y="1260339"/>
            <a:ext cx="2390492" cy="276999"/>
          </a:xfrm>
          <a:prstGeom prst="rect">
            <a:avLst/>
          </a:prstGeom>
          <a:solidFill>
            <a:schemeClr val="bg2"/>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ユーザー・在室表示サービス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388" name="Elbow Connector 22" descr="Elbow horizontal arrow pointing right (1).">
            <a:extLst>
              <a:ext uri="{FF2B5EF4-FFF2-40B4-BE49-F238E27FC236}">
                <a16:creationId xmlns:a16="http://schemas.microsoft.com/office/drawing/2014/main" id="{C1B3B5A1-024C-BBD5-A74C-12554FBD4996}"/>
              </a:ext>
            </a:extLst>
          </p:cNvPr>
          <p:cNvCxnSpPr>
            <a:cxnSpLocks/>
            <a:stCxn id="270" idx="1"/>
            <a:endCxn id="274" idx="0"/>
          </p:cNvCxnSpPr>
          <p:nvPr/>
        </p:nvCxnSpPr>
        <p:spPr>
          <a:xfrm rot="10800000" flipV="1">
            <a:off x="4026655" y="1913082"/>
            <a:ext cx="905154" cy="732190"/>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1" name="Elbow Connector 22" descr="Elbow horizontal arrow pointing right (1).">
            <a:extLst>
              <a:ext uri="{FF2B5EF4-FFF2-40B4-BE49-F238E27FC236}">
                <a16:creationId xmlns:a16="http://schemas.microsoft.com/office/drawing/2014/main" id="{9A351FAE-289F-6783-4EC6-266D58510790}"/>
              </a:ext>
            </a:extLst>
          </p:cNvPr>
          <p:cNvCxnSpPr>
            <a:cxnSpLocks/>
            <a:stCxn id="274" idx="0"/>
            <a:endCxn id="270" idx="1"/>
          </p:cNvCxnSpPr>
          <p:nvPr/>
        </p:nvCxnSpPr>
        <p:spPr>
          <a:xfrm rot="5400000" flipH="1" flipV="1">
            <a:off x="4113137" y="1826600"/>
            <a:ext cx="732190" cy="905154"/>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394" name="Elbow Connector 22" descr="Elbow horizontal arrow pointing right (1).">
            <a:extLst>
              <a:ext uri="{FF2B5EF4-FFF2-40B4-BE49-F238E27FC236}">
                <a16:creationId xmlns:a16="http://schemas.microsoft.com/office/drawing/2014/main" id="{3BE613E1-269A-CBA3-1975-A8AC2DB14ACC}"/>
              </a:ext>
            </a:extLst>
          </p:cNvPr>
          <p:cNvCxnSpPr>
            <a:cxnSpLocks/>
            <a:endCxn id="272" idx="0"/>
          </p:cNvCxnSpPr>
          <p:nvPr/>
        </p:nvCxnSpPr>
        <p:spPr>
          <a:xfrm>
            <a:off x="1725616" y="4817404"/>
            <a:ext cx="1373998" cy="865971"/>
          </a:xfrm>
          <a:prstGeom prst="bentConnector2">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pic>
        <p:nvPicPr>
          <p:cNvPr id="403" name="Picture 2" descr="Raspberry icon - Free download on Iconfinder">
            <a:extLst>
              <a:ext uri="{FF2B5EF4-FFF2-40B4-BE49-F238E27FC236}">
                <a16:creationId xmlns:a16="http://schemas.microsoft.com/office/drawing/2014/main" id="{86B17E70-0EFE-97AD-9B76-4BF77EF09F9E}"/>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1188428" y="4471085"/>
            <a:ext cx="544810" cy="544810"/>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Raspberry icon - Free download on Iconfinder">
            <a:extLst>
              <a:ext uri="{FF2B5EF4-FFF2-40B4-BE49-F238E27FC236}">
                <a16:creationId xmlns:a16="http://schemas.microsoft.com/office/drawing/2014/main" id="{85C30306-002E-F138-44EE-631F1BEF295C}"/>
              </a:ext>
            </a:extLst>
          </p:cNvPr>
          <p:cNvPicPr>
            <a:picLocks noChangeAspect="1" noChangeArrowheads="1"/>
          </p:cNvPicPr>
          <p:nvPr/>
        </p:nvPicPr>
        <p:blipFill>
          <a:blip r:embed="rId28">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88428" y="2641704"/>
            <a:ext cx="544810" cy="544810"/>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52" descr="Double pointing horizontal arrow.">
            <a:extLst>
              <a:ext uri="{FF2B5EF4-FFF2-40B4-BE49-F238E27FC236}">
                <a16:creationId xmlns:a16="http://schemas.microsoft.com/office/drawing/2014/main" id="{468D0B43-ACB6-CAF9-032A-615E8241C3D8}"/>
              </a:ext>
            </a:extLst>
          </p:cNvPr>
          <p:cNvCxnSpPr>
            <a:cxnSpLocks/>
            <a:stCxn id="275" idx="2"/>
            <a:endCxn id="296" idx="0"/>
          </p:cNvCxnSpPr>
          <p:nvPr/>
        </p:nvCxnSpPr>
        <p:spPr>
          <a:xfrm flipH="1">
            <a:off x="4024870" y="3458765"/>
            <a:ext cx="1785" cy="92392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
        <p:nvSpPr>
          <p:cNvPr id="257" name="テキスト ボックス 256">
            <a:extLst>
              <a:ext uri="{FF2B5EF4-FFF2-40B4-BE49-F238E27FC236}">
                <a16:creationId xmlns:a16="http://schemas.microsoft.com/office/drawing/2014/main" id="{221145FC-2DA0-F95F-C757-60C3937E6BEC}"/>
              </a:ext>
            </a:extLst>
          </p:cNvPr>
          <p:cNvSpPr txBox="1"/>
          <p:nvPr/>
        </p:nvSpPr>
        <p:spPr>
          <a:xfrm>
            <a:off x="3303919" y="3860479"/>
            <a:ext cx="2390492" cy="276999"/>
          </a:xfrm>
          <a:prstGeom prst="rect">
            <a:avLst/>
          </a:prstGeom>
          <a:solidFill>
            <a:schemeClr val="bg2"/>
          </a:solidFill>
        </p:spPr>
        <p:txBody>
          <a:bodyPr wrap="square" rtlCol="0">
            <a:spAutoFit/>
          </a:bodyPr>
          <a:lstStyle/>
          <a:p>
            <a:r>
              <a:rPr lang="ja-JP" altLang="en-US" sz="1200" b="1" dirty="0">
                <a:latin typeface="BIZ UDゴシック" panose="020B0400000000000000" pitchFamily="49" charset="-128"/>
                <a:ea typeface="BIZ UDゴシック" panose="020B0400000000000000" pitchFamily="49" charset="-128"/>
              </a:rPr>
              <a:t>ユーザー・在室登録サービス</a:t>
            </a:r>
            <a:endParaRPr kumimoji="1" lang="ja-JP" altLang="en-US" sz="1200" b="1" dirty="0">
              <a:latin typeface="BIZ UDゴシック" panose="020B0400000000000000" pitchFamily="49" charset="-128"/>
              <a:ea typeface="BIZ UDゴシック" panose="020B0400000000000000" pitchFamily="49" charset="-128"/>
            </a:endParaRPr>
          </a:p>
        </p:txBody>
      </p:sp>
      <p:cxnSp>
        <p:nvCxnSpPr>
          <p:cNvPr id="6" name="Straight Arrow Connector 52" descr="Double pointing horizontal arrow.">
            <a:extLst>
              <a:ext uri="{FF2B5EF4-FFF2-40B4-BE49-F238E27FC236}">
                <a16:creationId xmlns:a16="http://schemas.microsoft.com/office/drawing/2014/main" id="{61E41ED9-74B6-1F6F-C5E9-30EE6EDD7B3A}"/>
              </a:ext>
            </a:extLst>
          </p:cNvPr>
          <p:cNvCxnSpPr>
            <a:cxnSpLocks/>
            <a:stCxn id="296" idx="3"/>
            <a:endCxn id="294" idx="1"/>
          </p:cNvCxnSpPr>
          <p:nvPr/>
        </p:nvCxnSpPr>
        <p:spPr>
          <a:xfrm flipV="1">
            <a:off x="4293117" y="4650632"/>
            <a:ext cx="638693" cy="308"/>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0" name="Straight Arrow Connector 52" descr="Double pointing horizontal arrow.">
            <a:extLst>
              <a:ext uri="{FF2B5EF4-FFF2-40B4-BE49-F238E27FC236}">
                <a16:creationId xmlns:a16="http://schemas.microsoft.com/office/drawing/2014/main" id="{DEA3A483-BA5C-892A-7495-3829E4268DB2}"/>
              </a:ext>
            </a:extLst>
          </p:cNvPr>
          <p:cNvCxnSpPr>
            <a:cxnSpLocks/>
            <a:stCxn id="294" idx="3"/>
            <a:endCxn id="298" idx="1"/>
          </p:cNvCxnSpPr>
          <p:nvPr/>
        </p:nvCxnSpPr>
        <p:spPr>
          <a:xfrm>
            <a:off x="5468304" y="4650632"/>
            <a:ext cx="640661" cy="2899"/>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a16:creationId xmlns:a16="http://schemas.microsoft.com/office/drawing/2014/main" id="{6890CCB9-75A0-FCF3-FF6C-A8C339606297}"/>
              </a:ext>
            </a:extLst>
          </p:cNvPr>
          <p:cNvGrpSpPr/>
          <p:nvPr/>
        </p:nvGrpSpPr>
        <p:grpSpPr>
          <a:xfrm>
            <a:off x="6950714" y="5695293"/>
            <a:ext cx="1159862" cy="813482"/>
            <a:chOff x="8378933" y="1900498"/>
            <a:chExt cx="1159862" cy="813482"/>
          </a:xfrm>
        </p:grpSpPr>
        <p:pic>
          <p:nvPicPr>
            <p:cNvPr id="4" name="Graphic 18" descr="Amazon Simple Email Service (Amazon SES) service icon.">
              <a:extLst>
                <a:ext uri="{FF2B5EF4-FFF2-40B4-BE49-F238E27FC236}">
                  <a16:creationId xmlns:a16="http://schemas.microsoft.com/office/drawing/2014/main" id="{DAF178DE-2F6A-5649-B89B-2E59E8D9DA6D}"/>
                </a:ext>
              </a:extLst>
            </p:cNvPr>
            <p:cNvPicPr>
              <a:picLocks noChangeAspect="1" noChangeArrowheads="1"/>
            </p:cNvPicPr>
            <p:nvPr/>
          </p:nvPicPr>
          <p:blipFill>
            <a:blip r:embed="rId29">
              <a:extLst>
                <a:ext uri="{96DAC541-7B7A-43D3-8B79-37D633B846F1}">
                  <asvg:svgBlip xmlns:asvg="http://schemas.microsoft.com/office/drawing/2016/SVG/main" r:embed="rId30"/>
                </a:ext>
              </a:extLst>
            </a:blip>
            <a:srcRect/>
            <a:stretch/>
          </p:blipFill>
          <p:spPr bwMode="auto">
            <a:xfrm>
              <a:off x="8693142" y="1900498"/>
              <a:ext cx="531444" cy="531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2">
              <a:extLst>
                <a:ext uri="{FF2B5EF4-FFF2-40B4-BE49-F238E27FC236}">
                  <a16:creationId xmlns:a16="http://schemas.microsoft.com/office/drawing/2014/main" id="{10C4CD40-4436-A4A5-BED6-7DBBFD13E710}"/>
                </a:ext>
              </a:extLst>
            </p:cNvPr>
            <p:cNvSpPr txBox="1">
              <a:spLocks noChangeArrowheads="1"/>
            </p:cNvSpPr>
            <p:nvPr/>
          </p:nvSpPr>
          <p:spPr bwMode="auto">
            <a:xfrm>
              <a:off x="8378933" y="2436981"/>
              <a:ext cx="11598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Amazon SES</a:t>
              </a:r>
            </a:p>
          </p:txBody>
        </p:sp>
      </p:grpSp>
      <p:grpSp>
        <p:nvGrpSpPr>
          <p:cNvPr id="8" name="グループ化 7">
            <a:extLst>
              <a:ext uri="{FF2B5EF4-FFF2-40B4-BE49-F238E27FC236}">
                <a16:creationId xmlns:a16="http://schemas.microsoft.com/office/drawing/2014/main" id="{D4CB2B04-5105-702F-418A-38B97A8CB3E4}"/>
              </a:ext>
            </a:extLst>
          </p:cNvPr>
          <p:cNvGrpSpPr/>
          <p:nvPr/>
        </p:nvGrpSpPr>
        <p:grpSpPr>
          <a:xfrm>
            <a:off x="5971014" y="5692145"/>
            <a:ext cx="820861" cy="812933"/>
            <a:chOff x="5051089" y="1185069"/>
            <a:chExt cx="1165896" cy="1154637"/>
          </a:xfrm>
        </p:grpSpPr>
        <p:pic>
          <p:nvPicPr>
            <p:cNvPr id="9" name="Graphic 10" descr="AWS Lambda service icon.">
              <a:extLst>
                <a:ext uri="{FF2B5EF4-FFF2-40B4-BE49-F238E27FC236}">
                  <a16:creationId xmlns:a16="http://schemas.microsoft.com/office/drawing/2014/main" id="{25D7EB9B-2F80-4F16-F6E9-92607F476B50}"/>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5246688" y="1185069"/>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20">
              <a:extLst>
                <a:ext uri="{FF2B5EF4-FFF2-40B4-BE49-F238E27FC236}">
                  <a16:creationId xmlns:a16="http://schemas.microsoft.com/office/drawing/2014/main" id="{19B1C8E7-C93C-8AB9-0914-E8309678612A}"/>
                </a:ext>
              </a:extLst>
            </p:cNvPr>
            <p:cNvSpPr txBox="1">
              <a:spLocks noChangeArrowheads="1"/>
            </p:cNvSpPr>
            <p:nvPr/>
          </p:nvSpPr>
          <p:spPr bwMode="auto">
            <a:xfrm>
              <a:off x="5051089" y="1946275"/>
              <a:ext cx="1165896" cy="393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200" dirty="0">
                  <a:latin typeface="Arial" panose="020B0604020202020204" pitchFamily="34" charset="0"/>
                  <a:ea typeface="Amazon Ember" panose="020B0603020204020204" pitchFamily="34" charset="0"/>
                  <a:cs typeface="Arial" panose="020B0604020202020204" pitchFamily="34" charset="0"/>
                </a:rPr>
                <a:t>Lambda</a:t>
              </a:r>
            </a:p>
          </p:txBody>
        </p:sp>
      </p:grpSp>
      <p:cxnSp>
        <p:nvCxnSpPr>
          <p:cNvPr id="15" name="Straight Arrow Connector 52" descr="Double pointing horizontal arrow.">
            <a:extLst>
              <a:ext uri="{FF2B5EF4-FFF2-40B4-BE49-F238E27FC236}">
                <a16:creationId xmlns:a16="http://schemas.microsoft.com/office/drawing/2014/main" id="{F58B8614-01CF-7DBC-6031-09E582E1FC8D}"/>
              </a:ext>
            </a:extLst>
          </p:cNvPr>
          <p:cNvCxnSpPr>
            <a:cxnSpLocks/>
            <a:stCxn id="282" idx="3"/>
            <a:endCxn id="9" idx="1"/>
          </p:cNvCxnSpPr>
          <p:nvPr/>
        </p:nvCxnSpPr>
        <p:spPr>
          <a:xfrm flipV="1">
            <a:off x="5470121" y="5960392"/>
            <a:ext cx="638606" cy="1188"/>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18" name="Straight Arrow Connector 52" descr="Double pointing horizontal arrow.">
            <a:extLst>
              <a:ext uri="{FF2B5EF4-FFF2-40B4-BE49-F238E27FC236}">
                <a16:creationId xmlns:a16="http://schemas.microsoft.com/office/drawing/2014/main" id="{7079C03A-6E11-790A-9ADA-D276566456A4}"/>
              </a:ext>
            </a:extLst>
          </p:cNvPr>
          <p:cNvCxnSpPr>
            <a:cxnSpLocks/>
            <a:stCxn id="9" idx="3"/>
            <a:endCxn id="4" idx="1"/>
          </p:cNvCxnSpPr>
          <p:nvPr/>
        </p:nvCxnSpPr>
        <p:spPr>
          <a:xfrm>
            <a:off x="6645221" y="5960392"/>
            <a:ext cx="619702" cy="623"/>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52" descr="Double pointing horizontal arrow.">
            <a:extLst>
              <a:ext uri="{FF2B5EF4-FFF2-40B4-BE49-F238E27FC236}">
                <a16:creationId xmlns:a16="http://schemas.microsoft.com/office/drawing/2014/main" id="{E16D1E10-D44C-61EE-3772-86625C4383E1}"/>
              </a:ext>
            </a:extLst>
          </p:cNvPr>
          <p:cNvCxnSpPr>
            <a:cxnSpLocks/>
            <a:stCxn id="9" idx="0"/>
            <a:endCxn id="299" idx="2"/>
          </p:cNvCxnSpPr>
          <p:nvPr/>
        </p:nvCxnSpPr>
        <p:spPr>
          <a:xfrm flipV="1">
            <a:off x="6376974" y="5199894"/>
            <a:ext cx="238" cy="492251"/>
          </a:xfrm>
          <a:prstGeom prst="straightConnector1">
            <a:avLst/>
          </a:prstGeom>
          <a:ln w="15875">
            <a:solidFill>
              <a:schemeClr val="tx1"/>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pic>
        <p:nvPicPr>
          <p:cNvPr id="27" name="Graphic 6" descr="Email resource icon for Amazon SES service.">
            <a:extLst>
              <a:ext uri="{FF2B5EF4-FFF2-40B4-BE49-F238E27FC236}">
                <a16:creationId xmlns:a16="http://schemas.microsoft.com/office/drawing/2014/main" id="{FCF8977F-0C06-28BD-273F-96452574E3F7}"/>
              </a:ext>
            </a:extLst>
          </p:cNvPr>
          <p:cNvPicPr>
            <a:picLocks noChangeAspect="1" noChangeArrowheads="1"/>
          </p:cNvPicPr>
          <p:nvPr/>
        </p:nvPicPr>
        <p:blipFill>
          <a:blip r:embed="rId31">
            <a:extLst>
              <a:ext uri="{96DAC541-7B7A-43D3-8B79-37D633B846F1}">
                <asvg:svgBlip xmlns:asvg="http://schemas.microsoft.com/office/drawing/2016/SVG/main" r:embed="rId32"/>
              </a:ext>
            </a:extLst>
          </a:blip>
          <a:srcRect/>
          <a:stretch/>
        </p:blipFill>
        <p:spPr bwMode="auto">
          <a:xfrm>
            <a:off x="8636120" y="5351417"/>
            <a:ext cx="320526" cy="32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8" name="Straight Arrow Connector 52" descr="Double pointing horizontal arrow.">
            <a:extLst>
              <a:ext uri="{FF2B5EF4-FFF2-40B4-BE49-F238E27FC236}">
                <a16:creationId xmlns:a16="http://schemas.microsoft.com/office/drawing/2014/main" id="{8EEF6BE9-206F-5771-2DA0-6B1A1E197ECA}"/>
              </a:ext>
            </a:extLst>
          </p:cNvPr>
          <p:cNvCxnSpPr>
            <a:cxnSpLocks/>
            <a:stCxn id="4" idx="3"/>
          </p:cNvCxnSpPr>
          <p:nvPr/>
        </p:nvCxnSpPr>
        <p:spPr>
          <a:xfrm>
            <a:off x="7796367" y="5961015"/>
            <a:ext cx="1734546" cy="0"/>
          </a:xfrm>
          <a:prstGeom prst="straightConnector1">
            <a:avLst/>
          </a:prstGeom>
          <a:ln w="15875">
            <a:solidFill>
              <a:schemeClr val="tx1"/>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53CA9F04-95CE-4D3E-F996-D2B9B6300FA1}"/>
              </a:ext>
            </a:extLst>
          </p:cNvPr>
          <p:cNvSpPr txBox="1"/>
          <p:nvPr/>
        </p:nvSpPr>
        <p:spPr>
          <a:xfrm>
            <a:off x="8222170" y="5476700"/>
            <a:ext cx="1308743" cy="461665"/>
          </a:xfrm>
          <a:prstGeom prst="rect">
            <a:avLst/>
          </a:prstGeom>
          <a:noFill/>
        </p:spPr>
        <p:txBody>
          <a:bodyPr wrap="square" rtlCol="0">
            <a:spAutoFit/>
          </a:bodyPr>
          <a:lstStyle/>
          <a:p>
            <a:r>
              <a:rPr lang="en-US" altLang="ja-JP" sz="1200" dirty="0">
                <a:latin typeface="Arial" panose="020B0604020202020204" pitchFamily="34" charset="0"/>
                <a:cs typeface="Arial" panose="020B0604020202020204" pitchFamily="34" charset="0"/>
              </a:rPr>
              <a:t>To: XX</a:t>
            </a:r>
            <a:r>
              <a:rPr kumimoji="1" lang="en-US" altLang="ja-JP" sz="1200" dirty="0">
                <a:latin typeface="Arial" panose="020B0604020202020204" pitchFamily="34" charset="0"/>
                <a:cs typeface="Arial" panose="020B0604020202020204" pitchFamily="34" charset="0"/>
              </a:rPr>
              <a:t>@minelab.jp</a:t>
            </a:r>
            <a:endParaRPr kumimoji="1" lang="ja-JP"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886839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2" name="グループ化 31">
            <a:extLst>
              <a:ext uri="{FF2B5EF4-FFF2-40B4-BE49-F238E27FC236}">
                <a16:creationId xmlns:a16="http://schemas.microsoft.com/office/drawing/2014/main" id="{1AAF1145-8701-BEF5-A702-62D2E8EA3591}"/>
              </a:ext>
            </a:extLst>
          </p:cNvPr>
          <p:cNvGrpSpPr/>
          <p:nvPr/>
        </p:nvGrpSpPr>
        <p:grpSpPr>
          <a:xfrm>
            <a:off x="-366058" y="495482"/>
            <a:ext cx="9876116" cy="5867036"/>
            <a:chOff x="-366058" y="495482"/>
            <a:chExt cx="9876116" cy="5867036"/>
          </a:xfrm>
        </p:grpSpPr>
        <p:sp>
          <p:nvSpPr>
            <p:cNvPr id="30" name="正方形/長方形 29">
              <a:extLst>
                <a:ext uri="{FF2B5EF4-FFF2-40B4-BE49-F238E27FC236}">
                  <a16:creationId xmlns:a16="http://schemas.microsoft.com/office/drawing/2014/main" id="{B924CB04-8095-993E-900D-2181F9845BD0}"/>
                </a:ext>
              </a:extLst>
            </p:cNvPr>
            <p:cNvSpPr/>
            <p:nvPr/>
          </p:nvSpPr>
          <p:spPr>
            <a:xfrm>
              <a:off x="-366058" y="495482"/>
              <a:ext cx="9876116" cy="58670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1" name="グループ化 30">
              <a:extLst>
                <a:ext uri="{FF2B5EF4-FFF2-40B4-BE49-F238E27FC236}">
                  <a16:creationId xmlns:a16="http://schemas.microsoft.com/office/drawing/2014/main" id="{63D70306-4225-AE99-BEBC-6DE4B4E262A4}"/>
                </a:ext>
              </a:extLst>
            </p:cNvPr>
            <p:cNvGrpSpPr/>
            <p:nvPr/>
          </p:nvGrpSpPr>
          <p:grpSpPr>
            <a:xfrm>
              <a:off x="380999" y="632011"/>
              <a:ext cx="8382001" cy="5593977"/>
              <a:chOff x="380999" y="632011"/>
              <a:chExt cx="8382001" cy="5593977"/>
            </a:xfrm>
          </p:grpSpPr>
          <p:pic>
            <p:nvPicPr>
              <p:cNvPr id="3" name="図 2" descr="屋内, コンピュータ が含まれている画像&#10;&#10;AI によって生成されたコンテンツは間違っている可能性があります。">
                <a:extLst>
                  <a:ext uri="{FF2B5EF4-FFF2-40B4-BE49-F238E27FC236}">
                    <a16:creationId xmlns:a16="http://schemas.microsoft.com/office/drawing/2014/main" id="{340436E4-3557-97A2-E115-0E37B1ECF3E9}"/>
                  </a:ext>
                </a:extLst>
              </p:cNvPr>
              <p:cNvPicPr>
                <a:picLocks noChangeAspect="1"/>
              </p:cNvPicPr>
              <p:nvPr/>
            </p:nvPicPr>
            <p:blipFill>
              <a:blip r:embed="rId2">
                <a:extLst>
                  <a:ext uri="{28A0092B-C50C-407E-A947-70E740481C1C}">
                    <a14:useLocalDpi xmlns:a14="http://schemas.microsoft.com/office/drawing/2010/main" val="0"/>
                  </a:ext>
                </a:extLst>
              </a:blip>
              <a:srcRect t="11242" b="7189"/>
              <a:stretch/>
            </p:blipFill>
            <p:spPr>
              <a:xfrm>
                <a:off x="1999669" y="632011"/>
                <a:ext cx="5144661" cy="5593977"/>
              </a:xfrm>
              <a:prstGeom prst="rect">
                <a:avLst/>
              </a:prstGeom>
            </p:spPr>
          </p:pic>
          <p:sp>
            <p:nvSpPr>
              <p:cNvPr id="4" name="正方形/長方形 3">
                <a:extLst>
                  <a:ext uri="{FF2B5EF4-FFF2-40B4-BE49-F238E27FC236}">
                    <a16:creationId xmlns:a16="http://schemas.microsoft.com/office/drawing/2014/main" id="{58CD6F14-BB9C-3C89-9813-DD534A1CB0CF}"/>
                  </a:ext>
                </a:extLst>
              </p:cNvPr>
              <p:cNvSpPr/>
              <p:nvPr/>
            </p:nvSpPr>
            <p:spPr>
              <a:xfrm>
                <a:off x="380999" y="1030940"/>
                <a:ext cx="2465834" cy="780927"/>
              </a:xfrm>
              <a:prstGeom prst="rect">
                <a:avLst/>
              </a:prstGeom>
              <a:solidFill>
                <a:schemeClr val="bg2">
                  <a:lumMod val="95000"/>
                </a:schemeClr>
              </a:solidFill>
              <a:ln w="381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dirty="0"/>
                  <a:t>①制御</a:t>
                </a:r>
                <a:r>
                  <a:rPr lang="ja-JP" altLang="en-US" dirty="0"/>
                  <a:t>用</a:t>
                </a:r>
                <a:r>
                  <a:rPr kumimoji="1" lang="ja-JP" altLang="en-US" dirty="0"/>
                  <a:t>デバイス</a:t>
                </a:r>
                <a:endParaRPr kumimoji="1" lang="en-US" altLang="ja-JP" dirty="0"/>
              </a:p>
              <a:p>
                <a:pPr algn="ctr"/>
                <a:r>
                  <a:rPr lang="ja-JP" altLang="en-US" dirty="0"/>
                  <a:t>（</a:t>
                </a:r>
                <a:r>
                  <a:rPr lang="en-US" altLang="ja-JP" dirty="0"/>
                  <a:t>Raspberry Pi 4B</a:t>
                </a:r>
                <a:r>
                  <a:rPr lang="ja-JP" altLang="en-US" dirty="0"/>
                  <a:t>）</a:t>
                </a:r>
                <a:endParaRPr kumimoji="1" lang="ja-JP" altLang="en-US" dirty="0"/>
              </a:p>
            </p:txBody>
          </p:sp>
          <p:cxnSp>
            <p:nvCxnSpPr>
              <p:cNvPr id="7" name="直線コネクタ 6">
                <a:extLst>
                  <a:ext uri="{FF2B5EF4-FFF2-40B4-BE49-F238E27FC236}">
                    <a16:creationId xmlns:a16="http://schemas.microsoft.com/office/drawing/2014/main" id="{D4508078-1A50-2602-F1E6-CE922E2C0E1B}"/>
                  </a:ext>
                </a:extLst>
              </p:cNvPr>
              <p:cNvCxnSpPr>
                <a:cxnSpLocks/>
                <a:stCxn id="4" idx="3"/>
              </p:cNvCxnSpPr>
              <p:nvPr/>
            </p:nvCxnSpPr>
            <p:spPr>
              <a:xfrm>
                <a:off x="2846833" y="1421404"/>
                <a:ext cx="1005500" cy="0"/>
              </a:xfrm>
              <a:prstGeom prst="line">
                <a:avLst/>
              </a:prstGeom>
              <a:ln w="57150">
                <a:solidFill>
                  <a:schemeClr val="bg2"/>
                </a:solidFill>
                <a:tailEnd type="oval"/>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25434FAB-4031-93C7-DEFC-EB0FA59EBABD}"/>
                  </a:ext>
                </a:extLst>
              </p:cNvPr>
              <p:cNvSpPr/>
              <p:nvPr/>
            </p:nvSpPr>
            <p:spPr>
              <a:xfrm>
                <a:off x="914399" y="2859180"/>
                <a:ext cx="1932434" cy="484095"/>
              </a:xfrm>
              <a:prstGeom prst="rect">
                <a:avLst/>
              </a:prstGeom>
              <a:solidFill>
                <a:schemeClr val="bg2">
                  <a:lumMod val="95000"/>
                </a:schemeClr>
              </a:solidFill>
              <a:ln w="381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lang="ja-JP" altLang="en-US" dirty="0"/>
                  <a:t>②操作画面</a:t>
                </a:r>
                <a:endParaRPr kumimoji="1" lang="ja-JP" altLang="en-US" dirty="0"/>
              </a:p>
            </p:txBody>
          </p:sp>
          <p:cxnSp>
            <p:nvCxnSpPr>
              <p:cNvPr id="13" name="直線コネクタ 12">
                <a:extLst>
                  <a:ext uri="{FF2B5EF4-FFF2-40B4-BE49-F238E27FC236}">
                    <a16:creationId xmlns:a16="http://schemas.microsoft.com/office/drawing/2014/main" id="{891A04ED-1676-4237-882D-B70F6B961926}"/>
                  </a:ext>
                </a:extLst>
              </p:cNvPr>
              <p:cNvCxnSpPr>
                <a:cxnSpLocks/>
                <a:stCxn id="12" idx="3"/>
              </p:cNvCxnSpPr>
              <p:nvPr/>
            </p:nvCxnSpPr>
            <p:spPr>
              <a:xfrm>
                <a:off x="2846833" y="3101228"/>
                <a:ext cx="1202653" cy="454772"/>
              </a:xfrm>
              <a:prstGeom prst="line">
                <a:avLst/>
              </a:prstGeom>
              <a:ln w="57150">
                <a:solidFill>
                  <a:schemeClr val="bg2"/>
                </a:solidFill>
                <a:tailEnd type="oval"/>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4FA48967-A544-D267-3331-F1E0D331E98F}"/>
                  </a:ext>
                </a:extLst>
              </p:cNvPr>
              <p:cNvSpPr/>
              <p:nvPr/>
            </p:nvSpPr>
            <p:spPr>
              <a:xfrm>
                <a:off x="6401690" y="2859180"/>
                <a:ext cx="2361310" cy="484095"/>
              </a:xfrm>
              <a:prstGeom prst="rect">
                <a:avLst/>
              </a:prstGeom>
              <a:solidFill>
                <a:schemeClr val="bg2">
                  <a:lumMod val="95000"/>
                </a:schemeClr>
              </a:solidFill>
              <a:ln w="381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lIns="0" rIns="0" bIns="0" rtlCol="0" anchor="ctr"/>
              <a:lstStyle/>
              <a:p>
                <a:pPr algn="ctr"/>
                <a:r>
                  <a:rPr kumimoji="1" lang="ja-JP" altLang="en-US" dirty="0"/>
                  <a:t>③</a:t>
                </a:r>
                <a:r>
                  <a:rPr kumimoji="1" lang="en-US" altLang="ja-JP" dirty="0"/>
                  <a:t>IC</a:t>
                </a:r>
                <a:r>
                  <a:rPr kumimoji="1" lang="ja-JP" altLang="en-US" dirty="0"/>
                  <a:t>カード読み取り部</a:t>
                </a:r>
                <a:endParaRPr kumimoji="1" lang="en-US" altLang="ja-JP" dirty="0"/>
              </a:p>
            </p:txBody>
          </p:sp>
          <p:cxnSp>
            <p:nvCxnSpPr>
              <p:cNvPr id="20" name="直線コネクタ 19">
                <a:extLst>
                  <a:ext uri="{FF2B5EF4-FFF2-40B4-BE49-F238E27FC236}">
                    <a16:creationId xmlns:a16="http://schemas.microsoft.com/office/drawing/2014/main" id="{31E3AFCE-AD5C-6728-D849-B83F0681D3A2}"/>
                  </a:ext>
                </a:extLst>
              </p:cNvPr>
              <p:cNvCxnSpPr>
                <a:cxnSpLocks/>
                <a:stCxn id="19" idx="1"/>
              </p:cNvCxnSpPr>
              <p:nvPr/>
            </p:nvCxnSpPr>
            <p:spPr>
              <a:xfrm flipH="1">
                <a:off x="5733143" y="3101228"/>
                <a:ext cx="668547" cy="242047"/>
              </a:xfrm>
              <a:prstGeom prst="line">
                <a:avLst/>
              </a:prstGeom>
              <a:ln w="57150">
                <a:solidFill>
                  <a:schemeClr val="bg2"/>
                </a:solidFill>
                <a:tailEnd type="ova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97907984"/>
      </p:ext>
    </p:extLst>
  </p:cSld>
  <p:clrMapOvr>
    <a:masterClrMapping/>
  </p:clrMapOvr>
</p:sld>
</file>

<file path=ppt/theme/theme1.xml><?xml version="1.0" encoding="utf-8"?>
<a:theme xmlns:a="http://schemas.openxmlformats.org/drawingml/2006/main" name="スライドマスター">
  <a:themeElements>
    <a:clrScheme name="ユーザー定義 2">
      <a:dk1>
        <a:srgbClr val="44546A"/>
      </a:dk1>
      <a:lt1>
        <a:srgbClr val="1D1B12"/>
      </a:lt1>
      <a:dk2>
        <a:srgbClr val="FFFFFF"/>
      </a:dk2>
      <a:lt2>
        <a:srgbClr val="E7E6E6"/>
      </a:lt2>
      <a:accent1>
        <a:srgbClr val="29567B"/>
      </a:accent1>
      <a:accent2>
        <a:srgbClr val="43BDC1"/>
      </a:accent2>
      <a:accent3>
        <a:srgbClr val="87C143"/>
      </a:accent3>
      <a:accent4>
        <a:srgbClr val="FFFF00"/>
      </a:accent4>
      <a:accent5>
        <a:srgbClr val="EA9A32"/>
      </a:accent5>
      <a:accent6>
        <a:srgbClr val="C30F15"/>
      </a:accent6>
      <a:hlink>
        <a:srgbClr val="0563C1"/>
      </a:hlink>
      <a:folHlink>
        <a:srgbClr val="954F72"/>
      </a:folHlink>
    </a:clrScheme>
    <a:fontScheme name="ユーザー定義 2">
      <a:majorFont>
        <a:latin typeface="メイリオ"/>
        <a:ea typeface="メイリオ"/>
        <a:cs typeface=""/>
      </a:majorFont>
      <a:minorFont>
        <a:latin typeface="メイリオ"/>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22024</TotalTime>
  <Words>7443</Words>
  <Application>Microsoft Office PowerPoint</Application>
  <PresentationFormat>画面に合わせる (4:3)</PresentationFormat>
  <Paragraphs>1891</Paragraphs>
  <Slides>33</Slides>
  <Notes>12</Notes>
  <HiddenSlides>4</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33</vt:i4>
      </vt:variant>
    </vt:vector>
  </HeadingPairs>
  <TitlesOfParts>
    <vt:vector size="39" baseType="lpstr">
      <vt:lpstr>BIZ UDゴシック</vt:lpstr>
      <vt:lpstr>メイリオ</vt:lpstr>
      <vt:lpstr>游ゴシック</vt:lpstr>
      <vt:lpstr>Arial</vt:lpstr>
      <vt:lpstr>Wingdings</vt:lpstr>
      <vt:lpstr>スライドマスター</vt:lpstr>
      <vt:lpstr>在室確認システム</vt:lpstr>
      <vt:lpstr>在室確認システムの全体概要</vt:lpstr>
      <vt:lpstr>在室確認システムのアーキテクチャ</vt:lpstr>
      <vt:lpstr>使用したAWSサービス一覧</vt:lpstr>
      <vt:lpstr>使用したAWSサービス一覧</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在室確認システムのアーキテクチャ</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在室確認システム – 制御デバイス</vt:lpstr>
      <vt:lpstr>PowerPoint プレゼンテーション</vt:lpstr>
      <vt:lpstr>PowerPoint プレゼンテーション</vt:lpstr>
      <vt:lpstr>在室確認システムのアーキテクチャ</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document</dc:title>
  <dc:creator>原田 海斗</dc:creator>
  <cp:lastModifiedBy>海斗 原田</cp:lastModifiedBy>
  <cp:revision>4703</cp:revision>
  <dcterms:created xsi:type="dcterms:W3CDTF">2023-01-15T15:40:39Z</dcterms:created>
  <dcterms:modified xsi:type="dcterms:W3CDTF">2026-02-21T03:57:09Z</dcterms:modified>
</cp:coreProperties>
</file>